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Lst>
  <p:sldIdLst>
    <p:sldId id="312" r:id="rId3"/>
    <p:sldId id="313" r:id="rId4"/>
    <p:sldId id="322" r:id="rId5"/>
    <p:sldId id="319" r:id="rId6"/>
    <p:sldId id="321" r:id="rId7"/>
    <p:sldId id="320" r:id="rId8"/>
    <p:sldId id="323" r:id="rId9"/>
    <p:sldId id="324" r:id="rId10"/>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90523-FCE3-A52F-841F-033C53E428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336B1C85-8CE5-AB0F-8998-DAAD50B895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A813D986-620E-5184-5F80-37F2E3EE0C3E}"/>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5" name="Footer Placeholder 4">
            <a:extLst>
              <a:ext uri="{FF2B5EF4-FFF2-40B4-BE49-F238E27FC236}">
                <a16:creationId xmlns:a16="http://schemas.microsoft.com/office/drawing/2014/main" id="{919BFE5F-5465-2165-62EB-176332B74904}"/>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4AF51164-BD49-E30A-1D78-16056C0BDD0E}"/>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1270543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A1025-D197-FD11-AF87-706C04287D8B}"/>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3F8BAB04-D88F-021B-F7D5-50B4942809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8386A227-34ED-72BF-B694-8EA5F654E008}"/>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5" name="Footer Placeholder 4">
            <a:extLst>
              <a:ext uri="{FF2B5EF4-FFF2-40B4-BE49-F238E27FC236}">
                <a16:creationId xmlns:a16="http://schemas.microsoft.com/office/drawing/2014/main" id="{E6CEFC4B-B216-49C6-DDF8-0C29E855244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34CCE01-DAF1-EA47-0777-AD1DA233C5F7}"/>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10777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D3047-B609-2D21-4445-0FEF5792A4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4661B15E-1BA3-DBE3-2F43-F061308811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F1833E-18B8-294E-24DA-008EFEE48FE0}"/>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5" name="Footer Placeholder 4">
            <a:extLst>
              <a:ext uri="{FF2B5EF4-FFF2-40B4-BE49-F238E27FC236}">
                <a16:creationId xmlns:a16="http://schemas.microsoft.com/office/drawing/2014/main" id="{AEDEDC54-6426-9AD4-7D0C-A15C37E14DF4}"/>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171E778-2498-947F-8917-C4C6478599CD}"/>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2132092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1E79B-3214-247E-2BAA-4EFD10DE7E5E}"/>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F65A768-A773-D015-CCEA-16581E8547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8A3BCDBD-5DD0-037B-01B9-D87FFBCA10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EE23BFCD-F08E-B173-E514-C6F6C3E3BC45}"/>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6" name="Footer Placeholder 5">
            <a:extLst>
              <a:ext uri="{FF2B5EF4-FFF2-40B4-BE49-F238E27FC236}">
                <a16:creationId xmlns:a16="http://schemas.microsoft.com/office/drawing/2014/main" id="{D063984E-B022-4BBE-C8A4-BF2040868BA8}"/>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7FE4FB92-AAC4-90B3-7644-A6A3F7258674}"/>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341564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F9B1-DA4E-A2EE-31C6-E4AAFED008C1}"/>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FCF4CED8-B997-7AC0-0B42-8D64364468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26BD41-0DB3-AB54-771D-D36F4BDA9C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53C374BE-D8DF-7E17-86E2-48A6FAB8C8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07E773-D47E-2C58-CC95-CED0C1CCF9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F1A85B52-C0DA-0AC6-1536-7448C8D047E7}"/>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8" name="Footer Placeholder 7">
            <a:extLst>
              <a:ext uri="{FF2B5EF4-FFF2-40B4-BE49-F238E27FC236}">
                <a16:creationId xmlns:a16="http://schemas.microsoft.com/office/drawing/2014/main" id="{978BDE7A-FEE9-3276-10E4-502B8CFFC472}"/>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6E3AEB3B-7DDB-0519-5436-517712788991}"/>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2857229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6628F-FF11-C7ED-714E-A1FB8A52C510}"/>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D3960466-1ED3-38B5-2E5A-792D67A559D6}"/>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4" name="Footer Placeholder 3">
            <a:extLst>
              <a:ext uri="{FF2B5EF4-FFF2-40B4-BE49-F238E27FC236}">
                <a16:creationId xmlns:a16="http://schemas.microsoft.com/office/drawing/2014/main" id="{2BD69019-C28D-5C1F-23B1-0AB23B29C30D}"/>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4FD5B95D-3E9B-E43C-EAEC-979E510422A0}"/>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195264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930C5F-B7F4-9EA0-2151-B81A719FB83B}"/>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3" name="Footer Placeholder 2">
            <a:extLst>
              <a:ext uri="{FF2B5EF4-FFF2-40B4-BE49-F238E27FC236}">
                <a16:creationId xmlns:a16="http://schemas.microsoft.com/office/drawing/2014/main" id="{093F186D-43F4-349D-0392-24586C84CED9}"/>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AD7BB47B-DC29-7ECF-77F8-B2EED7D5D37C}"/>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1374228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B7ED9-DFDA-00AB-7529-0E67AAC5D8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243C5E84-2101-B940-26A5-E4BF79DA92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9ABF6BC9-C1FF-5016-51BA-A8D9232B09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3B2C17-6635-6697-B8A0-BEC114205AB2}"/>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6" name="Footer Placeholder 5">
            <a:extLst>
              <a:ext uri="{FF2B5EF4-FFF2-40B4-BE49-F238E27FC236}">
                <a16:creationId xmlns:a16="http://schemas.microsoft.com/office/drawing/2014/main" id="{F613FC64-6B05-B621-05A3-F10058941814}"/>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21F33AB0-1ABB-7B06-4DA2-BEC6D2A76E4B}"/>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343456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604E1-5310-71A7-C75D-82D3B2E6ED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045A068A-4939-9D8C-EC15-FD183DE50E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8B3DE1C1-E558-F125-B1B0-EAA64DD80B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DCA4BA-AED9-0BFF-CF90-16FF53E73CE0}"/>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6" name="Footer Placeholder 5">
            <a:extLst>
              <a:ext uri="{FF2B5EF4-FFF2-40B4-BE49-F238E27FC236}">
                <a16:creationId xmlns:a16="http://schemas.microsoft.com/office/drawing/2014/main" id="{5E2586FD-B919-0727-9A0E-FDBF21740C39}"/>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6DDD03D-22CB-E6AA-AFB8-00AC4F3A9456}"/>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3957487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72031-350A-EF39-A8D4-55AB9244D29C}"/>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8B53E57F-A271-AA76-3FA0-BFC9E2FCEA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69A32D57-3DF7-F685-795C-B5064BC24C7D}"/>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5" name="Footer Placeholder 4">
            <a:extLst>
              <a:ext uri="{FF2B5EF4-FFF2-40B4-BE49-F238E27FC236}">
                <a16:creationId xmlns:a16="http://schemas.microsoft.com/office/drawing/2014/main" id="{C71E6876-9652-B109-59AC-B7E5B34C06DB}"/>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B3713997-173B-4B3F-C83D-C71ACDDFDA94}"/>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3292311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F8D97A-AECF-D829-41EC-A6D570009F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A07E4CA9-2B4E-AC43-918A-5D3BF88896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CDA519B-D46F-0FB0-D249-F70099B4FBF9}"/>
              </a:ext>
            </a:extLst>
          </p:cNvPr>
          <p:cNvSpPr>
            <a:spLocks noGrp="1"/>
          </p:cNvSpPr>
          <p:nvPr>
            <p:ph type="dt" sz="half" idx="10"/>
          </p:nvPr>
        </p:nvSpPr>
        <p:spPr/>
        <p:txBody>
          <a:bodyPr/>
          <a:lstStyle/>
          <a:p>
            <a:fld id="{0BCA5661-C225-4B27-B2CF-29BA3D3555DF}" type="datetimeFigureOut">
              <a:rPr lang="LID4096" smtClean="0"/>
              <a:t>05/17/2024</a:t>
            </a:fld>
            <a:endParaRPr lang="LID4096"/>
          </a:p>
        </p:txBody>
      </p:sp>
      <p:sp>
        <p:nvSpPr>
          <p:cNvPr id="5" name="Footer Placeholder 4">
            <a:extLst>
              <a:ext uri="{FF2B5EF4-FFF2-40B4-BE49-F238E27FC236}">
                <a16:creationId xmlns:a16="http://schemas.microsoft.com/office/drawing/2014/main" id="{F34308BF-8160-8023-B15F-CDC139B11564}"/>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B7C0A954-4FFB-6FAE-82E7-6E53F00F1FB8}"/>
              </a:ext>
            </a:extLst>
          </p:cNvPr>
          <p:cNvSpPr>
            <a:spLocks noGrp="1"/>
          </p:cNvSpPr>
          <p:nvPr>
            <p:ph type="sldNum" sz="quarter" idx="12"/>
          </p:nvPr>
        </p:nvSpPr>
        <p:spPr/>
        <p:txBody>
          <a:bodyPr/>
          <a:lstStyle/>
          <a:p>
            <a:fld id="{9BCE9022-E8FF-4CA1-9310-042F78EA6073}" type="slidenum">
              <a:rPr lang="LID4096" smtClean="0"/>
              <a:t>‹#›</a:t>
            </a:fld>
            <a:endParaRPr lang="LID4096"/>
          </a:p>
        </p:txBody>
      </p:sp>
    </p:spTree>
    <p:extLst>
      <p:ext uri="{BB962C8B-B14F-4D97-AF65-F5344CB8AC3E}">
        <p14:creationId xmlns:p14="http://schemas.microsoft.com/office/powerpoint/2010/main" val="348166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6477000" y="688288"/>
            <a:ext cx="4433455" cy="3966824"/>
          </a:xfrm>
        </p:spPr>
        <p:txBody>
          <a:bodyPr anchor="t">
            <a:noAutofit/>
          </a:bodyPr>
          <a:lstStyle>
            <a:lvl1pPr>
              <a:defRPr sz="72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dirty="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0" y="0"/>
            <a:ext cx="6096000" cy="6857996"/>
          </a:xfrm>
        </p:spPr>
        <p:txBody>
          <a:bodyPr/>
          <a:lstStyle/>
          <a:p>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511636" y="5936851"/>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Tree>
    <p:extLst>
      <p:ext uri="{BB962C8B-B14F-4D97-AF65-F5344CB8AC3E}">
        <p14:creationId xmlns:p14="http://schemas.microsoft.com/office/powerpoint/2010/main" val="2472241178"/>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guide id="4" orient="horz" pos="542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Sections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5801"/>
            <a:ext cx="7661275" cy="2057400"/>
          </a:xfrm>
        </p:spPr>
        <p:txBody>
          <a:bodyPr wrap="square"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2" y="3429000"/>
            <a:ext cx="3283527"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4" name="Text Placeholder 10">
            <a:extLst>
              <a:ext uri="{FF2B5EF4-FFF2-40B4-BE49-F238E27FC236}">
                <a16:creationId xmlns:a16="http://schemas.microsoft.com/office/drawing/2014/main" id="{AB1C8803-0542-76BB-6DF0-FCC5FE74BCA4}"/>
              </a:ext>
            </a:extLst>
          </p:cNvPr>
          <p:cNvSpPr>
            <a:spLocks noGrp="1"/>
          </p:cNvSpPr>
          <p:nvPr>
            <p:ph type="body" sz="quarter" idx="15"/>
          </p:nvPr>
        </p:nvSpPr>
        <p:spPr>
          <a:xfrm>
            <a:off x="4454237" y="2826326"/>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8316190" y="2826326"/>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4454237" y="3429000"/>
            <a:ext cx="3283527" cy="2380239"/>
          </a:xfrm>
        </p:spPr>
        <p:txBody>
          <a:bodyPr>
            <a:normAutofit/>
          </a:bodyPr>
          <a:lstStyle>
            <a:lvl1pPr marL="0" indent="0">
              <a:buNone/>
              <a:defRPr sz="1600"/>
            </a:lvl1pPr>
          </a:lstStyle>
          <a:p>
            <a:pPr lvl="0"/>
            <a:r>
              <a:rPr lang="en-US" dirty="0"/>
              <a:t>Click to edit Master text styles</a:t>
            </a:r>
          </a:p>
        </p:txBody>
      </p:sp>
      <p:sp>
        <p:nvSpPr>
          <p:cNvPr id="8" name="Text Placeholder 10">
            <a:extLst>
              <a:ext uri="{FF2B5EF4-FFF2-40B4-BE49-F238E27FC236}">
                <a16:creationId xmlns:a16="http://schemas.microsoft.com/office/drawing/2014/main" id="{135C6E61-8847-4830-9FF4-365A758995C5}"/>
              </a:ext>
            </a:extLst>
          </p:cNvPr>
          <p:cNvSpPr>
            <a:spLocks noGrp="1"/>
          </p:cNvSpPr>
          <p:nvPr>
            <p:ph type="body" sz="quarter" idx="18"/>
          </p:nvPr>
        </p:nvSpPr>
        <p:spPr>
          <a:xfrm>
            <a:off x="8316191" y="3429001"/>
            <a:ext cx="3283527" cy="2380235"/>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Tree>
    <p:extLst>
      <p:ext uri="{BB962C8B-B14F-4D97-AF65-F5344CB8AC3E}">
        <p14:creationId xmlns:p14="http://schemas.microsoft.com/office/powerpoint/2010/main" val="4244063416"/>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Sections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6" y="685804"/>
            <a:ext cx="7661274" cy="2069086"/>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2" y="3429000"/>
            <a:ext cx="3283527"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4454237" y="2826327"/>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4454237" y="3429000"/>
            <a:ext cx="3283527" cy="2380239"/>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8853487" y="1153397"/>
            <a:ext cx="2871788" cy="4499259"/>
          </a:xfrm>
        </p:spPr>
        <p:txBody>
          <a:bodyPr/>
          <a:lstStyle/>
          <a:p>
            <a:endParaRPr lang="en-US"/>
          </a:p>
        </p:txBody>
      </p:sp>
    </p:spTree>
    <p:extLst>
      <p:ext uri="{BB962C8B-B14F-4D97-AF65-F5344CB8AC3E}">
        <p14:creationId xmlns:p14="http://schemas.microsoft.com/office/powerpoint/2010/main" val="681575071"/>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689838"/>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961909" y="1030325"/>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6961909" y="1632997"/>
            <a:ext cx="4763366" cy="1193330"/>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4" name="Text Placeholder 10">
            <a:extLst>
              <a:ext uri="{FF2B5EF4-FFF2-40B4-BE49-F238E27FC236}">
                <a16:creationId xmlns:a16="http://schemas.microsoft.com/office/drawing/2014/main" id="{8F14F2A9-59FA-754E-5B1E-11A58CA07A35}"/>
              </a:ext>
            </a:extLst>
          </p:cNvPr>
          <p:cNvSpPr>
            <a:spLocks noGrp="1"/>
          </p:cNvSpPr>
          <p:nvPr>
            <p:ph type="body" sz="quarter" idx="18"/>
          </p:nvPr>
        </p:nvSpPr>
        <p:spPr>
          <a:xfrm>
            <a:off x="6961909" y="2836716"/>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8" name="Text Placeholder 10">
            <a:extLst>
              <a:ext uri="{FF2B5EF4-FFF2-40B4-BE49-F238E27FC236}">
                <a16:creationId xmlns:a16="http://schemas.microsoft.com/office/drawing/2014/main" id="{0B23DCBD-0AA5-7D57-EC78-48DF1E6328C6}"/>
              </a:ext>
            </a:extLst>
          </p:cNvPr>
          <p:cNvSpPr>
            <a:spLocks noGrp="1"/>
          </p:cNvSpPr>
          <p:nvPr>
            <p:ph type="body" sz="quarter" idx="19"/>
          </p:nvPr>
        </p:nvSpPr>
        <p:spPr>
          <a:xfrm>
            <a:off x="6961909" y="3439389"/>
            <a:ext cx="4763366" cy="1411538"/>
          </a:xfrm>
        </p:spPr>
        <p:txBody>
          <a:bodyPr>
            <a:normAutofit/>
          </a:bodyPr>
          <a:lstStyle>
            <a:lvl1pPr marL="0" indent="0">
              <a:buNone/>
              <a:defRPr sz="1600"/>
            </a:lvl1pPr>
          </a:lstStyle>
          <a:p>
            <a:pPr lvl="0"/>
            <a:r>
              <a:rPr lang="en-US" dirty="0"/>
              <a:t>Click to edit Master text styles</a:t>
            </a:r>
          </a:p>
        </p:txBody>
      </p:sp>
    </p:spTree>
    <p:extLst>
      <p:ext uri="{BB962C8B-B14F-4D97-AF65-F5344CB8AC3E}">
        <p14:creationId xmlns:p14="http://schemas.microsoft.com/office/powerpoint/2010/main" val="1813020675"/>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138039"/>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11" name="Text Placeholder 10">
            <a:extLst>
              <a:ext uri="{FF2B5EF4-FFF2-40B4-BE49-F238E27FC236}">
                <a16:creationId xmlns:a16="http://schemas.microsoft.com/office/drawing/2014/main" id="{8AE235B5-1CFD-192F-6EB8-F70885CA8901}"/>
              </a:ext>
            </a:extLst>
          </p:cNvPr>
          <p:cNvSpPr>
            <a:spLocks noGrp="1"/>
          </p:cNvSpPr>
          <p:nvPr>
            <p:ph type="body" sz="quarter" idx="13"/>
          </p:nvPr>
        </p:nvSpPr>
        <p:spPr>
          <a:xfrm>
            <a:off x="592281" y="3429000"/>
            <a:ext cx="5143501" cy="2380243"/>
          </a:xfrm>
        </p:spPr>
        <p:txBody>
          <a:bodyPr>
            <a:normAutofit/>
          </a:bodyPr>
          <a:lstStyle>
            <a:lvl1pPr marL="0" indent="0">
              <a:buNone/>
              <a:defRPr sz="1600"/>
            </a:lvl1pPr>
          </a:lstStyle>
          <a:p>
            <a:pPr lvl="0"/>
            <a:r>
              <a:rPr lang="en-US" dirty="0"/>
              <a:t>Click to edit Master text styles</a:t>
            </a:r>
          </a:p>
        </p:txBody>
      </p:sp>
      <p:sp>
        <p:nvSpPr>
          <p:cNvPr id="3" name="Text Placeholder 10">
            <a:extLst>
              <a:ext uri="{FF2B5EF4-FFF2-40B4-BE49-F238E27FC236}">
                <a16:creationId xmlns:a16="http://schemas.microsoft.com/office/drawing/2014/main" id="{5E227211-DEE4-1F0C-C1BA-C744EE226C00}"/>
              </a:ext>
            </a:extLst>
          </p:cNvPr>
          <p:cNvSpPr>
            <a:spLocks noGrp="1"/>
          </p:cNvSpPr>
          <p:nvPr>
            <p:ph type="body" sz="quarter" idx="14"/>
          </p:nvPr>
        </p:nvSpPr>
        <p:spPr>
          <a:xfrm>
            <a:off x="592282" y="2826327"/>
            <a:ext cx="5143500"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6096000" y="1153397"/>
            <a:ext cx="5629275" cy="4499259"/>
          </a:xfrm>
        </p:spPr>
        <p:txBody>
          <a:bodyPr/>
          <a:lstStyle/>
          <a:p>
            <a:endParaRPr lang="en-US"/>
          </a:p>
        </p:txBody>
      </p:sp>
    </p:spTree>
    <p:extLst>
      <p:ext uri="{BB962C8B-B14F-4D97-AF65-F5344CB8AC3E}">
        <p14:creationId xmlns:p14="http://schemas.microsoft.com/office/powerpoint/2010/main" val="4072450817"/>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Sections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466725" y="688289"/>
            <a:ext cx="5629275" cy="2689838"/>
          </a:xfrm>
        </p:spPr>
        <p:txBody>
          <a:bodyPr anchor="t">
            <a:noAutofit/>
          </a:bodyPr>
          <a:lstStyle>
            <a:lvl1pPr>
              <a:defRPr sz="60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961909" y="1030325"/>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7" name="Text Placeholder 10">
            <a:extLst>
              <a:ext uri="{FF2B5EF4-FFF2-40B4-BE49-F238E27FC236}">
                <a16:creationId xmlns:a16="http://schemas.microsoft.com/office/drawing/2014/main" id="{94F64B39-6AAB-933F-C46A-07FA43BE0567}"/>
              </a:ext>
            </a:extLst>
          </p:cNvPr>
          <p:cNvSpPr>
            <a:spLocks noGrp="1"/>
          </p:cNvSpPr>
          <p:nvPr>
            <p:ph type="body" sz="quarter" idx="17"/>
          </p:nvPr>
        </p:nvSpPr>
        <p:spPr>
          <a:xfrm>
            <a:off x="6961909" y="1632997"/>
            <a:ext cx="4763366" cy="1193330"/>
          </a:xfrm>
        </p:spPr>
        <p:txBody>
          <a:bodyPr>
            <a:normAutofit/>
          </a:bodyPr>
          <a:lstStyle>
            <a:lvl1pPr marL="0" indent="0">
              <a:buNone/>
              <a:defRPr sz="1600"/>
            </a:lvl1pPr>
          </a:lstStyle>
          <a:p>
            <a:pPr lvl="0"/>
            <a:r>
              <a:rPr lang="en-US" dirty="0"/>
              <a:t>Click to edit Master text styles</a:t>
            </a:r>
          </a:p>
        </p:txBody>
      </p:sp>
      <p:sp>
        <p:nvSpPr>
          <p:cNvPr id="9" name="Line">
            <a:extLst>
              <a:ext uri="{FF2B5EF4-FFF2-40B4-BE49-F238E27FC236}">
                <a16:creationId xmlns:a16="http://schemas.microsoft.com/office/drawing/2014/main" id="{9CC6E57F-E43B-2EE4-AB08-63909F883D55}"/>
              </a:ext>
            </a:extLst>
          </p:cNvPr>
          <p:cNvSpPr/>
          <p:nvPr userDrawn="1"/>
        </p:nvSpPr>
        <p:spPr>
          <a:xfrm>
            <a:off x="400709" y="5885947"/>
            <a:ext cx="11328458" cy="1"/>
          </a:xfrm>
          <a:prstGeom prst="line">
            <a:avLst/>
          </a:prstGeom>
          <a:ln w="12700">
            <a:solidFill>
              <a:srgbClr val="000000"/>
            </a:solidFill>
            <a:miter/>
          </a:ln>
        </p:spPr>
        <p:txBody>
          <a:bodyPr lIns="34289" rIns="34289"/>
          <a:lstStyle/>
          <a:p>
            <a:endParaRPr sz="1350"/>
          </a:p>
        </p:txBody>
      </p:sp>
      <p:sp>
        <p:nvSpPr>
          <p:cNvPr id="4" name="Text Placeholder 10">
            <a:extLst>
              <a:ext uri="{FF2B5EF4-FFF2-40B4-BE49-F238E27FC236}">
                <a16:creationId xmlns:a16="http://schemas.microsoft.com/office/drawing/2014/main" id="{8F14F2A9-59FA-754E-5B1E-11A58CA07A35}"/>
              </a:ext>
            </a:extLst>
          </p:cNvPr>
          <p:cNvSpPr>
            <a:spLocks noGrp="1"/>
          </p:cNvSpPr>
          <p:nvPr>
            <p:ph type="body" sz="quarter" idx="18"/>
          </p:nvPr>
        </p:nvSpPr>
        <p:spPr>
          <a:xfrm>
            <a:off x="6961909" y="2836716"/>
            <a:ext cx="4763366"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
        <p:nvSpPr>
          <p:cNvPr id="8" name="Text Placeholder 10">
            <a:extLst>
              <a:ext uri="{FF2B5EF4-FFF2-40B4-BE49-F238E27FC236}">
                <a16:creationId xmlns:a16="http://schemas.microsoft.com/office/drawing/2014/main" id="{0B23DCBD-0AA5-7D57-EC78-48DF1E6328C6}"/>
              </a:ext>
            </a:extLst>
          </p:cNvPr>
          <p:cNvSpPr>
            <a:spLocks noGrp="1"/>
          </p:cNvSpPr>
          <p:nvPr>
            <p:ph type="body" sz="quarter" idx="19"/>
          </p:nvPr>
        </p:nvSpPr>
        <p:spPr>
          <a:xfrm>
            <a:off x="6961909" y="3439389"/>
            <a:ext cx="4763366" cy="1411538"/>
          </a:xfrm>
        </p:spPr>
        <p:txBody>
          <a:bodyPr>
            <a:normAutofit/>
          </a:bodyPr>
          <a:lstStyle>
            <a:lvl1pPr marL="0" indent="0">
              <a:buNone/>
              <a:defRPr sz="1600"/>
            </a:lvl1pPr>
          </a:lstStyle>
          <a:p>
            <a:pPr lvl="0"/>
            <a:r>
              <a:rPr lang="en-US" dirty="0"/>
              <a:t>Click to edit Master text styles</a:t>
            </a:r>
          </a:p>
        </p:txBody>
      </p:sp>
      <p:sp>
        <p:nvSpPr>
          <p:cNvPr id="3" name="Picture Placeholder 11">
            <a:extLst>
              <a:ext uri="{FF2B5EF4-FFF2-40B4-BE49-F238E27FC236}">
                <a16:creationId xmlns:a16="http://schemas.microsoft.com/office/drawing/2014/main" id="{D96AF8D7-D3E5-B5C6-030A-DFBC5AEC7D00}"/>
              </a:ext>
            </a:extLst>
          </p:cNvPr>
          <p:cNvSpPr>
            <a:spLocks noGrp="1"/>
          </p:cNvSpPr>
          <p:nvPr>
            <p:ph type="pic" sz="quarter" idx="20"/>
          </p:nvPr>
        </p:nvSpPr>
        <p:spPr>
          <a:xfrm>
            <a:off x="592282" y="3616037"/>
            <a:ext cx="5503718" cy="2071901"/>
          </a:xfrm>
        </p:spPr>
        <p:txBody>
          <a:bodyPr/>
          <a:lstStyle/>
          <a:p>
            <a:endParaRPr lang="en-US"/>
          </a:p>
        </p:txBody>
      </p:sp>
    </p:spTree>
    <p:extLst>
      <p:ext uri="{BB962C8B-B14F-4D97-AF65-F5344CB8AC3E}">
        <p14:creationId xmlns:p14="http://schemas.microsoft.com/office/powerpoint/2010/main" val="3717468797"/>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CD049-71FF-411B-BCE5-A051E826B136}"/>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DFC7692D-ABCF-997B-650B-266DF91A7F55}"/>
              </a:ext>
            </a:extLst>
          </p:cNvPr>
          <p:cNvSpPr>
            <a:spLocks noGrp="1"/>
          </p:cNvSpPr>
          <p:nvPr>
            <p:ph type="dt" sz="half" idx="10"/>
          </p:nvPr>
        </p:nvSpPr>
        <p:spPr>
          <a:xfrm>
            <a:off x="838200" y="6356748"/>
            <a:ext cx="2743200" cy="364331"/>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5FCE306B-148D-CE50-D43B-2DEE1378588F}"/>
              </a:ext>
            </a:extLst>
          </p:cNvPr>
          <p:cNvSpPr>
            <a:spLocks noGrp="1"/>
          </p:cNvSpPr>
          <p:nvPr>
            <p:ph type="ftr" sz="quarter" idx="11"/>
          </p:nvPr>
        </p:nvSpPr>
        <p:spPr>
          <a:xfrm>
            <a:off x="4038600" y="6356748"/>
            <a:ext cx="4114800" cy="364331"/>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3E5411AD-3E1B-501F-B9F8-D0AAF3F5F5A2}"/>
              </a:ext>
            </a:extLst>
          </p:cNvPr>
          <p:cNvSpPr>
            <a:spLocks noGrp="1"/>
          </p:cNvSpPr>
          <p:nvPr>
            <p:ph type="sldNum" sz="quarter" idx="12"/>
          </p:nvPr>
        </p:nvSpPr>
        <p:spPr/>
        <p:txBody>
          <a:bodyPr/>
          <a:lstStyle/>
          <a:p>
            <a:fld id="{B4E73946-9152-2148-B286-BEF1B04A8193}" type="slidenum">
              <a:rPr lang="en-US" smtClean="0"/>
              <a:t>‹#›</a:t>
            </a:fld>
            <a:endParaRPr lang="en-US"/>
          </a:p>
        </p:txBody>
      </p:sp>
    </p:spTree>
    <p:extLst>
      <p:ext uri="{BB962C8B-B14F-4D97-AF65-F5344CB8AC3E}">
        <p14:creationId xmlns:p14="http://schemas.microsoft.com/office/powerpoint/2010/main" val="38374492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E72686-CE9D-3B74-9DE2-86FB708C153F}"/>
              </a:ext>
            </a:extLst>
          </p:cNvPr>
          <p:cNvSpPr>
            <a:spLocks noGrp="1"/>
          </p:cNvSpPr>
          <p:nvPr>
            <p:ph type="dt" sz="half" idx="10"/>
          </p:nvPr>
        </p:nvSpPr>
        <p:spPr>
          <a:xfrm>
            <a:off x="838200" y="6356748"/>
            <a:ext cx="2743200" cy="364331"/>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1D822D6-F437-1E07-DBC9-57FD732126F4}"/>
              </a:ext>
            </a:extLst>
          </p:cNvPr>
          <p:cNvSpPr>
            <a:spLocks noGrp="1"/>
          </p:cNvSpPr>
          <p:nvPr>
            <p:ph type="ftr" sz="quarter" idx="11"/>
          </p:nvPr>
        </p:nvSpPr>
        <p:spPr>
          <a:xfrm>
            <a:off x="4038600" y="6356748"/>
            <a:ext cx="4114800" cy="364331"/>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812AF305-6821-F7EE-9D30-6FE81EC2BC31}"/>
              </a:ext>
            </a:extLst>
          </p:cNvPr>
          <p:cNvSpPr>
            <a:spLocks noGrp="1"/>
          </p:cNvSpPr>
          <p:nvPr>
            <p:ph type="sldNum" sz="quarter" idx="12"/>
          </p:nvPr>
        </p:nvSpPr>
        <p:spPr/>
        <p:txBody>
          <a:bodyPr/>
          <a:lstStyle/>
          <a:p>
            <a:fld id="{B4E73946-9152-2148-B286-BEF1B04A8193}" type="slidenum">
              <a:rPr lang="en-US" smtClean="0"/>
              <a:t>‹#›</a:t>
            </a:fld>
            <a:endParaRPr lang="en-US"/>
          </a:p>
        </p:txBody>
      </p:sp>
    </p:spTree>
    <p:extLst>
      <p:ext uri="{BB962C8B-B14F-4D97-AF65-F5344CB8AC3E}">
        <p14:creationId xmlns:p14="http://schemas.microsoft.com/office/powerpoint/2010/main" val="21621799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E5FA-A73B-B042-4DB2-FDFE66B5A920}"/>
              </a:ext>
            </a:extLst>
          </p:cNvPr>
          <p:cNvSpPr>
            <a:spLocks noGrp="1"/>
          </p:cNvSpPr>
          <p:nvPr>
            <p:ph type="title"/>
          </p:nvPr>
        </p:nvSpPr>
        <p:spPr>
          <a:xfrm>
            <a:off x="6477000" y="688288"/>
            <a:ext cx="4433455" cy="3966824"/>
          </a:xfrm>
        </p:spPr>
        <p:txBody>
          <a:bodyPr anchor="t">
            <a:noAutofit/>
          </a:bodyPr>
          <a:lstStyle>
            <a:lvl1pPr>
              <a:defRPr sz="7500" b="0">
                <a:latin typeface="+mn-lt"/>
              </a:defRPr>
            </a:lvl1pPr>
          </a:lstStyle>
          <a:p>
            <a:r>
              <a:rPr lang="en-US" dirty="0"/>
              <a:t>Click to edit Master title</a:t>
            </a:r>
          </a:p>
        </p:txBody>
      </p:sp>
      <p:sp>
        <p:nvSpPr>
          <p:cNvPr id="6" name="Slide Number Placeholder 5">
            <a:extLst>
              <a:ext uri="{FF2B5EF4-FFF2-40B4-BE49-F238E27FC236}">
                <a16:creationId xmlns:a16="http://schemas.microsoft.com/office/drawing/2014/main" id="{F6A4AF4F-C46E-4A7B-AF85-1B8E60C405CA}"/>
              </a:ext>
            </a:extLst>
          </p:cNvPr>
          <p:cNvSpPr>
            <a:spLocks noGrp="1"/>
          </p:cNvSpPr>
          <p:nvPr>
            <p:ph type="sldNum" sz="quarter" idx="12"/>
          </p:nvPr>
        </p:nvSpPr>
        <p:spPr/>
        <p:txBody>
          <a:bodyPr/>
          <a:lstStyle/>
          <a:p>
            <a:fld id="{B4E73946-9152-2148-B286-BEF1B04A8193}" type="slidenum">
              <a:rPr lang="en-US" smtClean="0"/>
              <a:t>‹#›</a:t>
            </a:fld>
            <a:endParaRPr lang="en-US" dirty="0"/>
          </a:p>
        </p:txBody>
      </p:sp>
      <p:sp>
        <p:nvSpPr>
          <p:cNvPr id="12" name="Picture Placeholder 11">
            <a:extLst>
              <a:ext uri="{FF2B5EF4-FFF2-40B4-BE49-F238E27FC236}">
                <a16:creationId xmlns:a16="http://schemas.microsoft.com/office/drawing/2014/main" id="{1F42E324-B3F9-BA8B-E636-0DB5DCF6B8A3}"/>
              </a:ext>
            </a:extLst>
          </p:cNvPr>
          <p:cNvSpPr>
            <a:spLocks noGrp="1"/>
          </p:cNvSpPr>
          <p:nvPr>
            <p:ph type="pic" sz="quarter" idx="18"/>
          </p:nvPr>
        </p:nvSpPr>
        <p:spPr>
          <a:xfrm>
            <a:off x="0" y="0"/>
            <a:ext cx="6096000" cy="6857996"/>
          </a:xfrm>
        </p:spPr>
        <p:txBody>
          <a:bodyPr/>
          <a:lstStyle/>
          <a:p>
            <a:endParaRPr lang="en-US"/>
          </a:p>
        </p:txBody>
      </p:sp>
      <p:sp>
        <p:nvSpPr>
          <p:cNvPr id="5" name="Text Placeholder 10">
            <a:extLst>
              <a:ext uri="{FF2B5EF4-FFF2-40B4-BE49-F238E27FC236}">
                <a16:creationId xmlns:a16="http://schemas.microsoft.com/office/drawing/2014/main" id="{34E5E201-FB99-8711-C52C-CBA123864F62}"/>
              </a:ext>
            </a:extLst>
          </p:cNvPr>
          <p:cNvSpPr>
            <a:spLocks noGrp="1"/>
          </p:cNvSpPr>
          <p:nvPr>
            <p:ph type="body" sz="quarter" idx="16"/>
          </p:nvPr>
        </p:nvSpPr>
        <p:spPr>
          <a:xfrm>
            <a:off x="6511636" y="5936851"/>
            <a:ext cx="3283527" cy="602673"/>
          </a:xfrm>
        </p:spPr>
        <p:txBody>
          <a:bodyPr anchor="b">
            <a:normAutofit/>
          </a:bodyPr>
          <a:lstStyle>
            <a:lvl1pPr marL="0" indent="0">
              <a:buNone/>
              <a:defRPr sz="1650">
                <a:solidFill>
                  <a:schemeClr val="bg1">
                    <a:lumMod val="50000"/>
                  </a:schemeClr>
                </a:solidFill>
              </a:defRPr>
            </a:lvl1pPr>
          </a:lstStyle>
          <a:p>
            <a:pPr lvl="0"/>
            <a:r>
              <a:rPr lang="en-US" dirty="0"/>
              <a:t>Click to edit Master text styles</a:t>
            </a:r>
          </a:p>
        </p:txBody>
      </p:sp>
    </p:spTree>
    <p:extLst>
      <p:ext uri="{BB962C8B-B14F-4D97-AF65-F5344CB8AC3E}">
        <p14:creationId xmlns:p14="http://schemas.microsoft.com/office/powerpoint/2010/main" val="913551018"/>
      </p:ext>
    </p:extLst>
  </p:cSld>
  <p:clrMapOvr>
    <a:masterClrMapping/>
  </p:clrMapOvr>
  <p:extLst>
    <p:ext uri="{DCECCB84-F9BA-43D5-87BE-67443E8EF086}">
      <p15:sldGuideLst xmlns:p15="http://schemas.microsoft.com/office/powerpoint/2012/main">
        <p15:guide id="1" pos="488">
          <p15:clr>
            <a:srgbClr val="FBAE40"/>
          </p15:clr>
        </p15:guide>
        <p15:guide id="2" pos="9848">
          <p15:clr>
            <a:srgbClr val="FBAE40"/>
          </p15:clr>
        </p15:guide>
        <p15:guide id="3" pos="5120">
          <p15:clr>
            <a:srgbClr val="FBAE40"/>
          </p15:clr>
        </p15:guide>
        <p15:guide id="4" orient="horz" pos="542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64CE87-15CA-E8FD-D829-E180A7E674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B5E45FC7-359E-DE94-25BE-2F5CCF999E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45F32395-8105-9B0B-40DA-10FBC61B5C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CA5661-C225-4B27-B2CF-29BA3D3555DF}" type="datetimeFigureOut">
              <a:rPr lang="LID4096" smtClean="0"/>
              <a:t>05/17/2024</a:t>
            </a:fld>
            <a:endParaRPr lang="LID4096"/>
          </a:p>
        </p:txBody>
      </p:sp>
      <p:sp>
        <p:nvSpPr>
          <p:cNvPr id="5" name="Footer Placeholder 4">
            <a:extLst>
              <a:ext uri="{FF2B5EF4-FFF2-40B4-BE49-F238E27FC236}">
                <a16:creationId xmlns:a16="http://schemas.microsoft.com/office/drawing/2014/main" id="{C737E297-AEEA-4292-95C1-DC43A716FD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144544DC-5794-32C1-F1F5-23FB9AF78F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CE9022-E8FF-4CA1-9310-042F78EA6073}" type="slidenum">
              <a:rPr lang="LID4096" smtClean="0"/>
              <a:t>‹#›</a:t>
            </a:fld>
            <a:endParaRPr lang="LID4096"/>
          </a:p>
        </p:txBody>
      </p:sp>
    </p:spTree>
    <p:extLst>
      <p:ext uri="{BB962C8B-B14F-4D97-AF65-F5344CB8AC3E}">
        <p14:creationId xmlns:p14="http://schemas.microsoft.com/office/powerpoint/2010/main" val="1432329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BD9625-ED1C-9C68-D8B9-B6502FCCB415}"/>
              </a:ext>
            </a:extLst>
          </p:cNvPr>
          <p:cNvSpPr>
            <a:spLocks noGrp="1"/>
          </p:cNvSpPr>
          <p:nvPr>
            <p:ph type="title"/>
          </p:nvPr>
        </p:nvSpPr>
        <p:spPr>
          <a:xfrm>
            <a:off x="838200" y="365523"/>
            <a:ext cx="10515600" cy="132516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8293A9-2FAF-A155-DC7A-FE995344AE8C}"/>
              </a:ext>
            </a:extLst>
          </p:cNvPr>
          <p:cNvSpPr>
            <a:spLocks noGrp="1"/>
          </p:cNvSpPr>
          <p:nvPr>
            <p:ph type="body" idx="1"/>
          </p:nvPr>
        </p:nvSpPr>
        <p:spPr>
          <a:xfrm>
            <a:off x="838200" y="1825229"/>
            <a:ext cx="10515600" cy="43517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CF1B5DE-B15D-9D1C-21D2-953FFCB007DA}"/>
              </a:ext>
            </a:extLst>
          </p:cNvPr>
          <p:cNvSpPr>
            <a:spLocks noGrp="1"/>
          </p:cNvSpPr>
          <p:nvPr>
            <p:ph type="sldNum" sz="quarter" idx="4"/>
          </p:nvPr>
        </p:nvSpPr>
        <p:spPr>
          <a:xfrm>
            <a:off x="11353800" y="323958"/>
            <a:ext cx="373155" cy="364331"/>
          </a:xfrm>
          <a:prstGeom prst="rect">
            <a:avLst/>
          </a:prstGeom>
        </p:spPr>
        <p:txBody>
          <a:bodyPr vert="horz" lIns="91440" tIns="45720" rIns="91440" bIns="45720" rtlCol="0" anchor="ctr"/>
          <a:lstStyle>
            <a:lvl1pPr algn="r">
              <a:defRPr sz="1050">
                <a:solidFill>
                  <a:schemeClr val="tx1">
                    <a:lumMod val="65000"/>
                    <a:lumOff val="35000"/>
                  </a:schemeClr>
                </a:solidFill>
              </a:defRPr>
            </a:lvl1pPr>
          </a:lstStyle>
          <a:p>
            <a:fld id="{2E72D20E-321F-EE4C-A76D-7EFD4B1BDA03}" type="slidenum">
              <a:rPr lang="en-US" smtClean="0"/>
              <a:pPr/>
              <a:t>‹#›</a:t>
            </a:fld>
            <a:endParaRPr lang="en-US" dirty="0"/>
          </a:p>
        </p:txBody>
      </p:sp>
      <p:grpSp>
        <p:nvGrpSpPr>
          <p:cNvPr id="7" name="Group">
            <a:extLst>
              <a:ext uri="{FF2B5EF4-FFF2-40B4-BE49-F238E27FC236}">
                <a16:creationId xmlns:a16="http://schemas.microsoft.com/office/drawing/2014/main" id="{2CC72135-826E-3084-1ACC-9293218F24EE}"/>
              </a:ext>
            </a:extLst>
          </p:cNvPr>
          <p:cNvGrpSpPr/>
          <p:nvPr userDrawn="1"/>
        </p:nvGrpSpPr>
        <p:grpSpPr>
          <a:xfrm>
            <a:off x="11350549" y="6275881"/>
            <a:ext cx="378619" cy="267073"/>
            <a:chOff x="0" y="0"/>
            <a:chExt cx="504824" cy="356095"/>
          </a:xfrm>
        </p:grpSpPr>
        <p:sp>
          <p:nvSpPr>
            <p:cNvPr id="8" name="Line">
              <a:extLst>
                <a:ext uri="{FF2B5EF4-FFF2-40B4-BE49-F238E27FC236}">
                  <a16:creationId xmlns:a16="http://schemas.microsoft.com/office/drawing/2014/main" id="{024BCD63-D1A0-9E6D-3EA4-16D1E0509D18}"/>
                </a:ext>
              </a:extLst>
            </p:cNvPr>
            <p:cNvSpPr/>
            <p:nvPr/>
          </p:nvSpPr>
          <p:spPr>
            <a:xfrm>
              <a:off x="0" y="180134"/>
              <a:ext cx="504825" cy="1"/>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sp>
          <p:nvSpPr>
            <p:cNvPr id="9" name="Line">
              <a:extLst>
                <a:ext uri="{FF2B5EF4-FFF2-40B4-BE49-F238E27FC236}">
                  <a16:creationId xmlns:a16="http://schemas.microsoft.com/office/drawing/2014/main" id="{3E483999-BF7F-A26B-845E-8C65CD948361}"/>
                </a:ext>
              </a:extLst>
            </p:cNvPr>
            <p:cNvSpPr/>
            <p:nvPr/>
          </p:nvSpPr>
          <p:spPr>
            <a:xfrm>
              <a:off x="324689" y="0"/>
              <a:ext cx="177185" cy="177184"/>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sp>
          <p:nvSpPr>
            <p:cNvPr id="10" name="Line">
              <a:extLst>
                <a:ext uri="{FF2B5EF4-FFF2-40B4-BE49-F238E27FC236}">
                  <a16:creationId xmlns:a16="http://schemas.microsoft.com/office/drawing/2014/main" id="{B9696663-8271-B1D6-1A2F-9E2DDAA3DD5E}"/>
                </a:ext>
              </a:extLst>
            </p:cNvPr>
            <p:cNvSpPr/>
            <p:nvPr/>
          </p:nvSpPr>
          <p:spPr>
            <a:xfrm flipV="1">
              <a:off x="324689" y="178911"/>
              <a:ext cx="177185" cy="177185"/>
            </a:xfrm>
            <a:prstGeom prst="line">
              <a:avLst/>
            </a:prstGeom>
            <a:noFill/>
            <a:ln w="12700" cap="flat">
              <a:solidFill>
                <a:srgbClr val="000000"/>
              </a:solidFill>
              <a:prstDash val="solid"/>
              <a:miter lim="800000"/>
            </a:ln>
            <a:effectLst/>
          </p:spPr>
          <p:txBody>
            <a:bodyPr wrap="square" lIns="45719" tIns="45719" rIns="45719" bIns="45719" numCol="1" anchor="t">
              <a:noAutofit/>
            </a:bodyPr>
            <a:lstStyle/>
            <a:p>
              <a:endParaRPr sz="1350"/>
            </a:p>
          </p:txBody>
        </p:sp>
      </p:grpSp>
      <p:sp>
        <p:nvSpPr>
          <p:cNvPr id="11" name="textruta 3">
            <a:extLst>
              <a:ext uri="{FF2B5EF4-FFF2-40B4-BE49-F238E27FC236}">
                <a16:creationId xmlns:a16="http://schemas.microsoft.com/office/drawing/2014/main" id="{2DC00BBB-96D5-E144-A351-6386B4BABF32}"/>
              </a:ext>
            </a:extLst>
          </p:cNvPr>
          <p:cNvSpPr txBox="1"/>
          <p:nvPr userDrawn="1"/>
        </p:nvSpPr>
        <p:spPr>
          <a:xfrm>
            <a:off x="10707476" y="6260827"/>
            <a:ext cx="759780" cy="3000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lnSpc>
                <a:spcPct val="90000"/>
              </a:lnSpc>
              <a:spcBef>
                <a:spcPts val="600"/>
              </a:spcBef>
              <a:defRPr sz="2000">
                <a:solidFill>
                  <a:srgbClr val="000000"/>
                </a:solidFill>
              </a:defRPr>
            </a:lvl1pPr>
          </a:lstStyle>
          <a:p>
            <a:r>
              <a:rPr sz="1500" dirty="0"/>
              <a:t>NEXT</a:t>
            </a:r>
          </a:p>
        </p:txBody>
      </p:sp>
    </p:spTree>
    <p:extLst>
      <p:ext uri="{BB962C8B-B14F-4D97-AF65-F5344CB8AC3E}">
        <p14:creationId xmlns:p14="http://schemas.microsoft.com/office/powerpoint/2010/main" val="2276643963"/>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9" r:id="rId7"/>
    <p:sldLayoutId id="2147483680" r:id="rId8"/>
    <p:sldLayoutId id="2147483681" r:id="rId9"/>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p15:clr>
            <a:srgbClr val="F26B43"/>
          </p15:clr>
        </p15:guide>
        <p15:guide id="2" pos="392">
          <p15:clr>
            <a:srgbClr val="F26B43"/>
          </p15:clr>
        </p15:guide>
        <p15:guide id="3" orient="horz" pos="57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1C660B10-D622-7696-9B8F-A29742AFB9BC}"/>
              </a:ext>
            </a:extLst>
          </p:cNvPr>
          <p:cNvSpPr>
            <a:spLocks noGrp="1"/>
          </p:cNvSpPr>
          <p:nvPr>
            <p:ph type="title"/>
          </p:nvPr>
        </p:nvSpPr>
        <p:spPr>
          <a:xfrm>
            <a:off x="640080" y="325369"/>
            <a:ext cx="4368602" cy="1956841"/>
          </a:xfrm>
        </p:spPr>
        <p:txBody>
          <a:bodyPr vert="horz" lIns="91440" tIns="45720" rIns="91440" bIns="45720" rtlCol="0" anchor="b">
            <a:normAutofit/>
          </a:bodyPr>
          <a:lstStyle/>
          <a:p>
            <a:pPr defTabSz="914400"/>
            <a:r>
              <a:rPr lang="en-US" sz="4200" b="1">
                <a:latin typeface="+mj-lt"/>
              </a:rPr>
              <a:t>Digitalisation des processus Métiers(2)</a:t>
            </a:r>
          </a:p>
        </p:txBody>
      </p:sp>
      <p:sp>
        <p:nvSpPr>
          <p:cNvPr id="6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10">
            <a:extLst>
              <a:ext uri="{FF2B5EF4-FFF2-40B4-BE49-F238E27FC236}">
                <a16:creationId xmlns:a16="http://schemas.microsoft.com/office/drawing/2014/main" id="{D0739B64-C005-FA51-D057-C4B59A15B6CE}"/>
              </a:ext>
            </a:extLst>
          </p:cNvPr>
          <p:cNvSpPr>
            <a:spLocks noGrp="1"/>
          </p:cNvSpPr>
          <p:nvPr>
            <p:ph type="body" sz="quarter" idx="16"/>
          </p:nvPr>
        </p:nvSpPr>
        <p:spPr>
          <a:xfrm>
            <a:off x="640080" y="2872899"/>
            <a:ext cx="4243589" cy="3320668"/>
          </a:xfrm>
        </p:spPr>
        <p:txBody>
          <a:bodyPr vert="horz" lIns="91440" tIns="45720" rIns="91440" bIns="45720" rtlCol="0">
            <a:normAutofit/>
          </a:bodyPr>
          <a:lstStyle/>
          <a:p>
            <a:pPr defTabSz="914400">
              <a:spcBef>
                <a:spcPts val="1000"/>
              </a:spcBef>
            </a:pPr>
            <a:r>
              <a:rPr lang="en-US" sz="2200" dirty="0">
                <a:solidFill>
                  <a:schemeClr val="tx1"/>
                </a:solidFill>
              </a:rPr>
              <a:t>Presenté par :</a:t>
            </a:r>
          </a:p>
          <a:p>
            <a:pPr indent="-228600" defTabSz="914400">
              <a:spcBef>
                <a:spcPts val="1000"/>
              </a:spcBef>
              <a:buFont typeface="Arial" panose="020B0604020202020204" pitchFamily="34" charset="0"/>
              <a:buChar char="•"/>
            </a:pPr>
            <a:r>
              <a:rPr lang="en-US" sz="2200" dirty="0">
                <a:solidFill>
                  <a:schemeClr val="tx1"/>
                </a:solidFill>
              </a:rPr>
              <a:t>Ghada hamoudi</a:t>
            </a:r>
          </a:p>
        </p:txBody>
      </p:sp>
      <p:pic>
        <p:nvPicPr>
          <p:cNvPr id="6" name="Picture Placeholder 5" descr="A close-up of a pool&#10;&#10;Description automatically generated">
            <a:extLst>
              <a:ext uri="{FF2B5EF4-FFF2-40B4-BE49-F238E27FC236}">
                <a16:creationId xmlns:a16="http://schemas.microsoft.com/office/drawing/2014/main" id="{B8A97149-0D4D-A9D1-12E3-E98590691ED8}"/>
              </a:ext>
            </a:extLst>
          </p:cNvPr>
          <p:cNvPicPr>
            <a:picLocks noGrp="1" noChangeAspect="1"/>
          </p:cNvPicPr>
          <p:nvPr>
            <p:ph type="pic" sz="quarter" idx="18"/>
          </p:nvPr>
        </p:nvPicPr>
        <p:blipFill rotWithShape="1">
          <a:blip r:embed="rId2">
            <a:extLst>
              <a:ext uri="{28A0092B-C50C-407E-A947-70E740481C1C}">
                <a14:useLocalDpi xmlns:a14="http://schemas.microsoft.com/office/drawing/2010/main" val="0"/>
              </a:ext>
            </a:extLst>
          </a:blip>
          <a:srcRect t="24729" r="-2" b="-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3" name="Slide Number Placeholder 2">
            <a:extLst>
              <a:ext uri="{FF2B5EF4-FFF2-40B4-BE49-F238E27FC236}">
                <a16:creationId xmlns:a16="http://schemas.microsoft.com/office/drawing/2014/main" id="{A734E2EC-7405-2A62-940B-47EB7719F63E}"/>
              </a:ext>
            </a:extLst>
          </p:cNvPr>
          <p:cNvSpPr>
            <a:spLocks noGrp="1"/>
          </p:cNvSpPr>
          <p:nvPr>
            <p:ph type="sldNum" sz="quarter" idx="12"/>
          </p:nvPr>
        </p:nvSpPr>
        <p:spPr>
          <a:xfrm>
            <a:off x="10439400" y="6356350"/>
            <a:ext cx="914400" cy="365125"/>
          </a:xfrm>
        </p:spPr>
        <p:txBody>
          <a:bodyPr vert="horz" lIns="91440" tIns="45720" rIns="91440" bIns="45720" rtlCol="0" anchor="ctr">
            <a:normAutofit/>
          </a:bodyPr>
          <a:lstStyle/>
          <a:p>
            <a:pPr>
              <a:spcAft>
                <a:spcPts val="600"/>
              </a:spcAft>
              <a:defRPr/>
            </a:pPr>
            <a:fld id="{B4E73946-9152-2148-B286-BEF1B04A8193}" type="slidenum">
              <a:rPr lang="en-US" sz="1200" smtClean="0">
                <a:solidFill>
                  <a:srgbClr val="FFFFFF"/>
                </a:solidFill>
                <a:latin typeface="Calibri" panose="020F0502020204030204"/>
              </a:rPr>
              <a:pPr>
                <a:spcAft>
                  <a:spcPts val="600"/>
                </a:spcAft>
                <a:defRPr/>
              </a:pPr>
              <a:t>1</a:t>
            </a:fld>
            <a:endParaRPr lang="en-US" sz="1200">
              <a:solidFill>
                <a:srgbClr val="FFFFFF"/>
              </a:solidFill>
              <a:latin typeface="Calibri" panose="020F0502020204030204"/>
            </a:endParaRPr>
          </a:p>
        </p:txBody>
      </p:sp>
    </p:spTree>
    <p:extLst>
      <p:ext uri="{BB962C8B-B14F-4D97-AF65-F5344CB8AC3E}">
        <p14:creationId xmlns:p14="http://schemas.microsoft.com/office/powerpoint/2010/main" val="839402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643468" y="643467"/>
            <a:ext cx="4620584" cy="4567137"/>
          </a:xfrm>
        </p:spPr>
        <p:txBody>
          <a:bodyPr vert="horz" lIns="91440" tIns="45720" rIns="91440" bIns="45720" rtlCol="0" anchor="b">
            <a:normAutofit/>
          </a:bodyPr>
          <a:lstStyle/>
          <a:p>
            <a:pPr defTabSz="914400"/>
            <a:r>
              <a:rPr lang="en-US" sz="4100" kern="1200">
                <a:solidFill>
                  <a:schemeClr val="tx1"/>
                </a:solidFill>
                <a:latin typeface="+mj-lt"/>
                <a:ea typeface="+mj-ea"/>
                <a:cs typeface="+mj-cs"/>
              </a:rPr>
              <a:t>1. Illustrer en digramme de processus comment permettre et assurer puis évaluer l’empreinte </a:t>
            </a:r>
            <a:br>
              <a:rPr lang="en-US" sz="4100" kern="1200">
                <a:solidFill>
                  <a:schemeClr val="tx1"/>
                </a:solidFill>
                <a:latin typeface="+mj-lt"/>
                <a:ea typeface="+mj-ea"/>
                <a:cs typeface="+mj-cs"/>
              </a:rPr>
            </a:br>
            <a:r>
              <a:rPr lang="en-US" sz="4100" kern="1200">
                <a:solidFill>
                  <a:schemeClr val="tx1"/>
                </a:solidFill>
                <a:latin typeface="+mj-lt"/>
                <a:ea typeface="+mj-ea"/>
                <a:cs typeface="+mj-cs"/>
              </a:rPr>
              <a:t>eau.</a:t>
            </a:r>
          </a:p>
        </p:txBody>
      </p:sp>
      <p:pic>
        <p:nvPicPr>
          <p:cNvPr id="7" name="Picture 6" descr="A diagram of a process&#10;&#10;Description automatically generated">
            <a:extLst>
              <a:ext uri="{FF2B5EF4-FFF2-40B4-BE49-F238E27FC236}">
                <a16:creationId xmlns:a16="http://schemas.microsoft.com/office/drawing/2014/main" id="{CAB409A5-3DC2-6AA2-43E2-70B83CA04A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5639" y="309170"/>
            <a:ext cx="3635120" cy="5571066"/>
          </a:xfrm>
          <a:prstGeom prst="rect">
            <a:avLst/>
          </a:prstGeom>
        </p:spPr>
      </p:pic>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E73946-9152-2148-B286-BEF1B04A8193}" type="slidenum">
              <a:rPr lang="en-US" sz="1200" smtClean="0">
                <a:solidFill>
                  <a:schemeClr val="tx1">
                    <a:tint val="75000"/>
                  </a:schemeClr>
                </a:solidFill>
              </a:rPr>
              <a:pPr>
                <a:spcAft>
                  <a:spcPts val="600"/>
                </a:spcAft>
              </a:pPr>
              <a:t>2</a:t>
            </a:fld>
            <a:endParaRPr lang="en-US" sz="1200">
              <a:solidFill>
                <a:schemeClr val="tx1">
                  <a:tint val="75000"/>
                </a:schemeClr>
              </a:solidFill>
            </a:endParaRPr>
          </a:p>
        </p:txBody>
      </p:sp>
    </p:spTree>
    <p:extLst>
      <p:ext uri="{BB962C8B-B14F-4D97-AF65-F5344CB8AC3E}">
        <p14:creationId xmlns:p14="http://schemas.microsoft.com/office/powerpoint/2010/main" val="1309016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890338" y="640080"/>
            <a:ext cx="3734014" cy="3566160"/>
          </a:xfrm>
        </p:spPr>
        <p:txBody>
          <a:bodyPr vert="horz" lIns="91440" tIns="45720" rIns="91440" bIns="45720" rtlCol="0" anchor="b">
            <a:normAutofit/>
          </a:bodyPr>
          <a:lstStyle/>
          <a:p>
            <a:pPr defTabSz="914400"/>
            <a:r>
              <a:rPr lang="en-US" sz="5400">
                <a:latin typeface="+mj-lt"/>
              </a:rPr>
              <a:t>2. Choisir un produit parmi la liste en annexe 3 </a:t>
            </a:r>
          </a:p>
        </p:txBody>
      </p:sp>
      <p:sp>
        <p:nvSpPr>
          <p:cNvPr id="4" name="TextBox 3">
            <a:extLst>
              <a:ext uri="{FF2B5EF4-FFF2-40B4-BE49-F238E27FC236}">
                <a16:creationId xmlns:a16="http://schemas.microsoft.com/office/drawing/2014/main" id="{2C06EA02-7E1B-81F9-DC06-48153CC8B85C}"/>
              </a:ext>
            </a:extLst>
          </p:cNvPr>
          <p:cNvSpPr txBox="1"/>
          <p:nvPr/>
        </p:nvSpPr>
        <p:spPr>
          <a:xfrm>
            <a:off x="890339" y="4636008"/>
            <a:ext cx="3734014" cy="1572768"/>
          </a:xfrm>
          <a:prstGeom prst="rect">
            <a:avLst/>
          </a:prstGeom>
        </p:spPr>
        <p:txBody>
          <a:bodyPr vert="horz" lIns="91440" tIns="45720" rIns="91440" bIns="45720" rtlCol="0">
            <a:normAutofit/>
          </a:bodyPr>
          <a:lstStyle/>
          <a:p>
            <a:pPr>
              <a:lnSpc>
                <a:spcPct val="90000"/>
              </a:lnSpc>
              <a:spcBef>
                <a:spcPts val="1000"/>
              </a:spcBef>
            </a:pPr>
            <a:r>
              <a:rPr lang="en-US" sz="2400"/>
              <a:t>Choix du produit : Jus de fruits (Société Tunisienne de Conserves Alimentaires - STCA)</a:t>
            </a:r>
            <a:endParaRPr lang="en-US" sz="2400" dirty="0"/>
          </a:p>
        </p:txBody>
      </p:sp>
      <p:sp>
        <p:nvSpPr>
          <p:cNvPr id="36"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rois verres de thé de lait à bulles">
            <a:extLst>
              <a:ext uri="{FF2B5EF4-FFF2-40B4-BE49-F238E27FC236}">
                <a16:creationId xmlns:a16="http://schemas.microsoft.com/office/drawing/2014/main" id="{086F551E-0678-8B6A-B07F-867C03C4F31C}"/>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10591800" y="6356350"/>
            <a:ext cx="762000" cy="365125"/>
          </a:xfrm>
        </p:spPr>
        <p:txBody>
          <a:bodyPr vert="horz" lIns="91440" tIns="45720" rIns="91440" bIns="45720" rtlCol="0" anchor="ctr">
            <a:normAutofit/>
          </a:bodyPr>
          <a:lstStyle/>
          <a:p>
            <a:pPr>
              <a:spcAft>
                <a:spcPts val="600"/>
              </a:spcAft>
              <a:defRPr/>
            </a:pPr>
            <a:fld id="{B4E73946-9152-2148-B286-BEF1B04A8193}" type="slidenum">
              <a:rPr lang="en-US" sz="1200" smtClean="0">
                <a:solidFill>
                  <a:srgbClr val="FFFFFF"/>
                </a:solidFill>
                <a:latin typeface="Calibri" panose="020F0502020204030204"/>
              </a:rPr>
              <a:pPr>
                <a:spcAft>
                  <a:spcPts val="600"/>
                </a:spcAft>
                <a:defRPr/>
              </a:pPr>
              <a:t>3</a:t>
            </a:fld>
            <a:endParaRPr lang="en-US" sz="1200">
              <a:solidFill>
                <a:srgbClr val="FFFFFF"/>
              </a:solidFill>
              <a:latin typeface="Calibri" panose="020F0502020204030204"/>
            </a:endParaRPr>
          </a:p>
        </p:txBody>
      </p:sp>
    </p:spTree>
    <p:extLst>
      <p:ext uri="{BB962C8B-B14F-4D97-AF65-F5344CB8AC3E}">
        <p14:creationId xmlns:p14="http://schemas.microsoft.com/office/powerpoint/2010/main" val="2377817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640080" y="320040"/>
            <a:ext cx="6692827" cy="3892669"/>
          </a:xfrm>
        </p:spPr>
        <p:txBody>
          <a:bodyPr vert="horz" lIns="91440" tIns="45720" rIns="91440" bIns="45720" rtlCol="0" anchor="b">
            <a:normAutofit/>
          </a:bodyPr>
          <a:lstStyle/>
          <a:p>
            <a:pPr defTabSz="914400"/>
            <a:r>
              <a:rPr lang="en-US" sz="5600" kern="1200">
                <a:solidFill>
                  <a:schemeClr val="tx1"/>
                </a:solidFill>
                <a:latin typeface="+mj-lt"/>
                <a:ea typeface="+mj-ea"/>
                <a:cs typeface="+mj-cs"/>
              </a:rPr>
              <a:t>3. Illustrer/construire le workflow/processus standard en digramme</a:t>
            </a:r>
          </a:p>
        </p:txBody>
      </p:sp>
      <p:sp>
        <p:nvSpPr>
          <p:cNvPr id="1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a fruit production process&#10;&#10;Description automatically generated">
            <a:extLst>
              <a:ext uri="{FF2B5EF4-FFF2-40B4-BE49-F238E27FC236}">
                <a16:creationId xmlns:a16="http://schemas.microsoft.com/office/drawing/2014/main" id="{C6295CFB-6D4A-BE43-8888-662B34CC70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0423" y="320040"/>
            <a:ext cx="3349610" cy="5981446"/>
          </a:xfrm>
          <a:prstGeom prst="rect">
            <a:avLst/>
          </a:prstGeom>
        </p:spPr>
      </p:pic>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E73946-9152-2148-B286-BEF1B04A8193}" type="slidenum">
              <a:rPr lang="en-US" sz="1200" smtClean="0">
                <a:solidFill>
                  <a:schemeClr val="tx1">
                    <a:tint val="75000"/>
                  </a:schemeClr>
                </a:solidFill>
              </a:rPr>
              <a:pPr>
                <a:spcAft>
                  <a:spcPts val="600"/>
                </a:spcAft>
              </a:pPr>
              <a:t>4</a:t>
            </a:fld>
            <a:endParaRPr lang="en-US" sz="1200">
              <a:solidFill>
                <a:schemeClr val="tx1">
                  <a:tint val="75000"/>
                </a:schemeClr>
              </a:solidFill>
            </a:endParaRPr>
          </a:p>
        </p:txBody>
      </p:sp>
    </p:spTree>
    <p:extLst>
      <p:ext uri="{BB962C8B-B14F-4D97-AF65-F5344CB8AC3E}">
        <p14:creationId xmlns:p14="http://schemas.microsoft.com/office/powerpoint/2010/main" val="2471437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defTabSz="914400"/>
            <a:r>
              <a:rPr lang="en-US" sz="3100" kern="1200">
                <a:solidFill>
                  <a:schemeClr val="tx1"/>
                </a:solidFill>
                <a:latin typeface="+mj-lt"/>
                <a:ea typeface="+mj-ea"/>
                <a:cs typeface="+mj-cs"/>
              </a:rPr>
              <a:t>4. Présenter l’évolution du workflow/processus après digitalisation</a:t>
            </a:r>
          </a:p>
        </p:txBody>
      </p:sp>
      <p:pic>
        <p:nvPicPr>
          <p:cNvPr id="6" name="Picture 5" descr="A diagram of a fruit processing process&#10;&#10;Description automatically generated">
            <a:extLst>
              <a:ext uri="{FF2B5EF4-FFF2-40B4-BE49-F238E27FC236}">
                <a16:creationId xmlns:a16="http://schemas.microsoft.com/office/drawing/2014/main" id="{D35CB226-CA6E-8805-F753-C1266802CF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3653" y="578738"/>
            <a:ext cx="5372844" cy="5670549"/>
          </a:xfrm>
          <a:prstGeom prst="rect">
            <a:avLst/>
          </a:prstGeom>
        </p:spPr>
      </p:pic>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E73946-9152-2148-B286-BEF1B04A8193}" type="slidenum">
              <a:rPr lang="en-US" sz="1000">
                <a:solidFill>
                  <a:schemeClr val="tx1">
                    <a:tint val="75000"/>
                  </a:schemeClr>
                </a:solidFill>
              </a:rPr>
              <a:pPr>
                <a:spcAft>
                  <a:spcPts val="600"/>
                </a:spcAft>
              </a:pPr>
              <a:t>5</a:t>
            </a:fld>
            <a:endParaRPr lang="en-US" sz="1000">
              <a:solidFill>
                <a:schemeClr val="tx1">
                  <a:tint val="75000"/>
                </a:schemeClr>
              </a:solidFill>
            </a:endParaRPr>
          </a:p>
        </p:txBody>
      </p:sp>
    </p:spTree>
    <p:extLst>
      <p:ext uri="{BB962C8B-B14F-4D97-AF65-F5344CB8AC3E}">
        <p14:creationId xmlns:p14="http://schemas.microsoft.com/office/powerpoint/2010/main" val="2501484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841248" y="548640"/>
            <a:ext cx="3600860" cy="5431536"/>
          </a:xfrm>
        </p:spPr>
        <p:txBody>
          <a:bodyPr vert="horz" lIns="91440" tIns="45720" rIns="91440" bIns="45720" rtlCol="0" anchor="ctr">
            <a:normAutofit/>
          </a:bodyPr>
          <a:lstStyle/>
          <a:p>
            <a:pPr defTabSz="914400"/>
            <a:r>
              <a:rPr lang="en-US" sz="4200" kern="1200">
                <a:solidFill>
                  <a:schemeClr val="tx1"/>
                </a:solidFill>
                <a:latin typeface="+mj-lt"/>
                <a:ea typeface="+mj-ea"/>
                <a:cs typeface="+mj-cs"/>
              </a:rPr>
              <a:t>5. Expliquer l’impact de la transformation digitale sur le workflow. </a:t>
            </a:r>
            <a:endParaRPr lang="en-US" sz="4200" kern="1200" dirty="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B35739-37DD-6F0C-4F6E-611C8CF036DC}"/>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marL="114300">
              <a:lnSpc>
                <a:spcPct val="90000"/>
              </a:lnSpc>
              <a:spcAft>
                <a:spcPts val="600"/>
              </a:spcAft>
            </a:pPr>
            <a:r>
              <a:rPr lang="fr-FR" sz="1700" b="1"/>
              <a:t>1. Suivi Précis des Ressources :</a:t>
            </a:r>
          </a:p>
          <a:p>
            <a:pPr marL="114300">
              <a:lnSpc>
                <a:spcPct val="90000"/>
              </a:lnSpc>
              <a:spcAft>
                <a:spcPts val="600"/>
              </a:spcAft>
            </a:pPr>
            <a:endParaRPr lang="fr-FR" sz="1700"/>
          </a:p>
          <a:p>
            <a:pPr marL="400050" indent="-285750">
              <a:lnSpc>
                <a:spcPct val="90000"/>
              </a:lnSpc>
              <a:spcAft>
                <a:spcPts val="600"/>
              </a:spcAft>
              <a:buFont typeface="Arial" panose="020B0604020202020204" pitchFamily="34" charset="0"/>
              <a:buChar char="•"/>
            </a:pPr>
            <a:r>
              <a:rPr lang="fr-FR" sz="1700" b="1"/>
              <a:t>Avant</a:t>
            </a:r>
            <a:r>
              <a:rPr lang="fr-FR" sz="1700"/>
              <a:t> : Le suivi des fruits et des étapes de production était manuel, avec un risque d'erreurs et une inefficacité dans la gestion des ressources.</a:t>
            </a:r>
          </a:p>
          <a:p>
            <a:pPr marL="400050" indent="-285750">
              <a:lnSpc>
                <a:spcPct val="90000"/>
              </a:lnSpc>
              <a:spcAft>
                <a:spcPts val="600"/>
              </a:spcAft>
              <a:buFont typeface="Arial" panose="020B0604020202020204" pitchFamily="34" charset="0"/>
              <a:buChar char="•"/>
            </a:pPr>
            <a:r>
              <a:rPr lang="fr-FR" sz="1700" b="1"/>
              <a:t>Après</a:t>
            </a:r>
            <a:r>
              <a:rPr lang="fr-FR" sz="1700"/>
              <a:t> : L'utilisation de RFID pour le suivi des fruits et de capteurs IoT pour surveiller les étapes de production permet un suivi précis et en temps réel des ressources, réduisant les pertes et améliorant l'efficacité.</a:t>
            </a:r>
          </a:p>
          <a:p>
            <a:pPr marL="114300">
              <a:lnSpc>
                <a:spcPct val="90000"/>
              </a:lnSpc>
              <a:spcAft>
                <a:spcPts val="600"/>
              </a:spcAft>
            </a:pPr>
            <a:r>
              <a:rPr lang="fr-FR" sz="1700" b="1"/>
              <a:t>2. Gestion Automatisée de l'Eau :</a:t>
            </a:r>
          </a:p>
          <a:p>
            <a:pPr marL="114300">
              <a:lnSpc>
                <a:spcPct val="90000"/>
              </a:lnSpc>
              <a:spcAft>
                <a:spcPts val="600"/>
              </a:spcAft>
            </a:pPr>
            <a:endParaRPr lang="fr-FR" sz="1700"/>
          </a:p>
          <a:p>
            <a:pPr marL="400050" indent="-285750">
              <a:lnSpc>
                <a:spcPct val="90000"/>
              </a:lnSpc>
              <a:spcAft>
                <a:spcPts val="600"/>
              </a:spcAft>
              <a:buFont typeface="Arial" panose="020B0604020202020204" pitchFamily="34" charset="0"/>
              <a:buChar char="•"/>
            </a:pPr>
            <a:r>
              <a:rPr lang="fr-FR" sz="1700" b="1"/>
              <a:t>Avant</a:t>
            </a:r>
            <a:r>
              <a:rPr lang="fr-FR" sz="1700"/>
              <a:t> : La consommation d'eau pour le lavage et la production était difficile à contrôler précisément, entraînant une utilisation excessive ou inefficace de l'eau.</a:t>
            </a:r>
          </a:p>
          <a:p>
            <a:pPr marL="400050" indent="-285750">
              <a:lnSpc>
                <a:spcPct val="90000"/>
              </a:lnSpc>
              <a:spcAft>
                <a:spcPts val="600"/>
              </a:spcAft>
              <a:buFont typeface="Arial" panose="020B0604020202020204" pitchFamily="34" charset="0"/>
              <a:buChar char="•"/>
            </a:pPr>
            <a:r>
              <a:rPr lang="fr-FR" sz="1700" b="1"/>
              <a:t>Après</a:t>
            </a:r>
            <a:r>
              <a:rPr lang="fr-FR" sz="1700"/>
              <a:t> : Les systèmes de gestion automatisée de l'eau optimisent l'utilisation de l'eau, réduisant le gaspillage et assurant une utilisation plus durable des ressources hydriques.</a:t>
            </a:r>
            <a:endParaRPr lang="en-US" sz="1700" dirty="0"/>
          </a:p>
        </p:txBody>
      </p:sp>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E73946-9152-2148-B286-BEF1B04A8193}" type="slidenum">
              <a:rPr lang="en-US" sz="1200" smtClean="0">
                <a:solidFill>
                  <a:schemeClr val="tx1">
                    <a:tint val="75000"/>
                  </a:schemeClr>
                </a:solidFill>
              </a:rPr>
              <a:pPr>
                <a:spcAft>
                  <a:spcPts val="600"/>
                </a:spcAft>
              </a:pPr>
              <a:t>6</a:t>
            </a:fld>
            <a:endParaRPr lang="en-US" sz="1200">
              <a:solidFill>
                <a:schemeClr val="tx1">
                  <a:tint val="75000"/>
                </a:schemeClr>
              </a:solidFill>
            </a:endParaRPr>
          </a:p>
        </p:txBody>
      </p:sp>
      <p:sp>
        <p:nvSpPr>
          <p:cNvPr id="4" name="TextBox 3">
            <a:extLst>
              <a:ext uri="{FF2B5EF4-FFF2-40B4-BE49-F238E27FC236}">
                <a16:creationId xmlns:a16="http://schemas.microsoft.com/office/drawing/2014/main" id="{3D9EE36B-4A6F-0C3A-36CC-EBBED1E0AD38}"/>
              </a:ext>
            </a:extLst>
          </p:cNvPr>
          <p:cNvSpPr txBox="1"/>
          <p:nvPr/>
        </p:nvSpPr>
        <p:spPr>
          <a:xfrm>
            <a:off x="2930013" y="2556387"/>
            <a:ext cx="184731" cy="369332"/>
          </a:xfrm>
          <a:prstGeom prst="rect">
            <a:avLst/>
          </a:prstGeom>
          <a:noFill/>
        </p:spPr>
        <p:txBody>
          <a:bodyPr wrap="square" rtlCol="0">
            <a:spAutoFit/>
          </a:bodyPr>
          <a:lstStyle/>
          <a:p>
            <a:endParaRPr lang="LID4096" dirty="0"/>
          </a:p>
        </p:txBody>
      </p:sp>
    </p:spTree>
    <p:extLst>
      <p:ext uri="{BB962C8B-B14F-4D97-AF65-F5344CB8AC3E}">
        <p14:creationId xmlns:p14="http://schemas.microsoft.com/office/powerpoint/2010/main" val="2806642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841248" y="548640"/>
            <a:ext cx="3600860" cy="5431536"/>
          </a:xfrm>
        </p:spPr>
        <p:txBody>
          <a:bodyPr vert="horz" lIns="91440" tIns="45720" rIns="91440" bIns="45720" rtlCol="0" anchor="ctr">
            <a:normAutofit/>
          </a:bodyPr>
          <a:lstStyle/>
          <a:p>
            <a:pPr defTabSz="914400"/>
            <a:r>
              <a:rPr lang="en-US" sz="4200" kern="1200">
                <a:solidFill>
                  <a:schemeClr val="tx1"/>
                </a:solidFill>
                <a:latin typeface="+mj-lt"/>
                <a:ea typeface="+mj-ea"/>
                <a:cs typeface="+mj-cs"/>
              </a:rPr>
              <a:t>5. Expliquer l’impact de la transformation digitale sur le workflow. </a:t>
            </a:r>
          </a:p>
        </p:txBody>
      </p:sp>
      <p:sp>
        <p:nvSpPr>
          <p:cNvPr id="1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B35739-37DD-6F0C-4F6E-611C8CF036DC}"/>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a:lnSpc>
                <a:spcPct val="90000"/>
              </a:lnSpc>
              <a:spcAft>
                <a:spcPts val="600"/>
              </a:spcAft>
            </a:pPr>
            <a:r>
              <a:rPr lang="fr-FR" sz="1700" b="1" dirty="0"/>
              <a:t>3. Contrôle de la Qualité en Temps Réel </a:t>
            </a:r>
            <a:r>
              <a:rPr lang="fr-FR" sz="1700" dirty="0"/>
              <a:t>:</a:t>
            </a:r>
          </a:p>
          <a:p>
            <a:pPr>
              <a:lnSpc>
                <a:spcPct val="90000"/>
              </a:lnSpc>
              <a:spcAft>
                <a:spcPts val="600"/>
              </a:spcAft>
            </a:pPr>
            <a:endParaRPr lang="fr-FR" sz="1700" dirty="0"/>
          </a:p>
          <a:p>
            <a:pPr marL="285750" indent="-285750">
              <a:lnSpc>
                <a:spcPct val="90000"/>
              </a:lnSpc>
              <a:spcAft>
                <a:spcPts val="600"/>
              </a:spcAft>
              <a:buFont typeface="Arial" panose="020B0604020202020204" pitchFamily="34" charset="0"/>
              <a:buChar char="•"/>
            </a:pPr>
            <a:r>
              <a:rPr lang="fr-FR" sz="1700" b="1" dirty="0"/>
              <a:t>Avant</a:t>
            </a:r>
            <a:r>
              <a:rPr lang="fr-FR" sz="1700" dirty="0"/>
              <a:t> : Le contrôle qualité était effectué manuellement, avec des risques de variabilité et de retard dans la détection des problèmes.</a:t>
            </a:r>
          </a:p>
          <a:p>
            <a:pPr marL="285750" indent="-285750">
              <a:lnSpc>
                <a:spcPct val="90000"/>
              </a:lnSpc>
              <a:spcAft>
                <a:spcPts val="600"/>
              </a:spcAft>
              <a:buFont typeface="Arial" panose="020B0604020202020204" pitchFamily="34" charset="0"/>
              <a:buChar char="•"/>
            </a:pPr>
            <a:r>
              <a:rPr lang="fr-FR" sz="1700" b="1" dirty="0"/>
              <a:t>Après</a:t>
            </a:r>
            <a:r>
              <a:rPr lang="fr-FR" sz="1700" dirty="0"/>
              <a:t> : Les capteurs et les systèmes automatisés permettent un contrôle qualité en temps réel, assurant une production constante et de haute qualité.</a:t>
            </a:r>
          </a:p>
          <a:p>
            <a:pPr>
              <a:lnSpc>
                <a:spcPct val="90000"/>
              </a:lnSpc>
              <a:spcAft>
                <a:spcPts val="600"/>
              </a:spcAft>
            </a:pPr>
            <a:r>
              <a:rPr lang="fr-FR" sz="1700" b="1" dirty="0"/>
              <a:t>4. Optimisation de la Chaîne Logistique :</a:t>
            </a:r>
          </a:p>
          <a:p>
            <a:pPr>
              <a:lnSpc>
                <a:spcPct val="90000"/>
              </a:lnSpc>
              <a:spcAft>
                <a:spcPts val="600"/>
              </a:spcAft>
            </a:pPr>
            <a:endParaRPr lang="fr-FR" sz="1700" dirty="0"/>
          </a:p>
          <a:p>
            <a:pPr marL="285750" indent="-285750">
              <a:lnSpc>
                <a:spcPct val="90000"/>
              </a:lnSpc>
              <a:spcAft>
                <a:spcPts val="600"/>
              </a:spcAft>
              <a:buFont typeface="Arial" panose="020B0604020202020204" pitchFamily="34" charset="0"/>
              <a:buChar char="•"/>
            </a:pPr>
            <a:r>
              <a:rPr lang="fr-FR" sz="1700" b="1" dirty="0"/>
              <a:t>Avant</a:t>
            </a:r>
            <a:r>
              <a:rPr lang="fr-FR" sz="1700" dirty="0"/>
              <a:t> : La distribution et la gestion des stocks étaient moins efficaces, avec des risques de surstockage ou de ruptures de stock.</a:t>
            </a:r>
          </a:p>
          <a:p>
            <a:pPr marL="285750" indent="-285750">
              <a:lnSpc>
                <a:spcPct val="90000"/>
              </a:lnSpc>
              <a:spcAft>
                <a:spcPts val="600"/>
              </a:spcAft>
              <a:buFont typeface="Arial" panose="020B0604020202020204" pitchFamily="34" charset="0"/>
              <a:buChar char="•"/>
            </a:pPr>
            <a:r>
              <a:rPr lang="fr-FR" sz="1700" b="1" dirty="0"/>
              <a:t>Après</a:t>
            </a:r>
            <a:r>
              <a:rPr lang="fr-FR" sz="1700" dirty="0"/>
              <a:t> : La gestion de l'inventaire en temps réel et le suivi logistique permettent d'optimiser la chaîne d'approvisionnement, réduisant les coûts et améliorant la réactivité aux demandes du marché.</a:t>
            </a:r>
            <a:endParaRPr lang="en-US" sz="1700" dirty="0"/>
          </a:p>
        </p:txBody>
      </p:sp>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E73946-9152-2148-B286-BEF1B04A8193}" type="slidenum">
              <a:rPr lang="en-US" sz="1200" smtClean="0">
                <a:solidFill>
                  <a:schemeClr val="tx1">
                    <a:tint val="75000"/>
                  </a:schemeClr>
                </a:solidFill>
              </a:rPr>
              <a:pPr>
                <a:spcAft>
                  <a:spcPts val="600"/>
                </a:spcAft>
              </a:pPr>
              <a:t>7</a:t>
            </a:fld>
            <a:endParaRPr lang="en-US" sz="1200">
              <a:solidFill>
                <a:schemeClr val="tx1">
                  <a:tint val="75000"/>
                </a:schemeClr>
              </a:solidFill>
            </a:endParaRPr>
          </a:p>
        </p:txBody>
      </p:sp>
      <p:sp>
        <p:nvSpPr>
          <p:cNvPr id="4" name="TextBox 3">
            <a:extLst>
              <a:ext uri="{FF2B5EF4-FFF2-40B4-BE49-F238E27FC236}">
                <a16:creationId xmlns:a16="http://schemas.microsoft.com/office/drawing/2014/main" id="{3D9EE36B-4A6F-0C3A-36CC-EBBED1E0AD38}"/>
              </a:ext>
            </a:extLst>
          </p:cNvPr>
          <p:cNvSpPr txBox="1"/>
          <p:nvPr/>
        </p:nvSpPr>
        <p:spPr>
          <a:xfrm>
            <a:off x="2930013" y="2556387"/>
            <a:ext cx="184731" cy="369332"/>
          </a:xfrm>
          <a:prstGeom prst="rect">
            <a:avLst/>
          </a:prstGeom>
          <a:noFill/>
        </p:spPr>
        <p:txBody>
          <a:bodyPr wrap="square" rtlCol="0">
            <a:spAutoFit/>
          </a:bodyPr>
          <a:lstStyle/>
          <a:p>
            <a:endParaRPr lang="LID4096" dirty="0"/>
          </a:p>
        </p:txBody>
      </p:sp>
    </p:spTree>
    <p:extLst>
      <p:ext uri="{BB962C8B-B14F-4D97-AF65-F5344CB8AC3E}">
        <p14:creationId xmlns:p14="http://schemas.microsoft.com/office/powerpoint/2010/main" val="2134613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E1DAE-5492-9622-9F93-0BACF6CB26E6}"/>
              </a:ext>
            </a:extLst>
          </p:cNvPr>
          <p:cNvSpPr>
            <a:spLocks noGrp="1"/>
          </p:cNvSpPr>
          <p:nvPr>
            <p:ph type="title"/>
          </p:nvPr>
        </p:nvSpPr>
        <p:spPr>
          <a:xfrm>
            <a:off x="841248" y="548640"/>
            <a:ext cx="3600860" cy="5431536"/>
          </a:xfrm>
        </p:spPr>
        <p:txBody>
          <a:bodyPr vert="horz" lIns="91440" tIns="45720" rIns="91440" bIns="45720" rtlCol="0" anchor="ctr">
            <a:normAutofit/>
          </a:bodyPr>
          <a:lstStyle/>
          <a:p>
            <a:pPr defTabSz="914400"/>
            <a:r>
              <a:rPr lang="en-US" sz="4200" kern="1200">
                <a:solidFill>
                  <a:schemeClr val="tx1"/>
                </a:solidFill>
                <a:latin typeface="+mj-lt"/>
                <a:ea typeface="+mj-ea"/>
                <a:cs typeface="+mj-cs"/>
              </a:rPr>
              <a:t>5. Expliquer l’impact de la transformation digitale sur le workflow. </a:t>
            </a:r>
          </a:p>
        </p:txBody>
      </p:sp>
      <p:sp>
        <p:nvSpPr>
          <p:cNvPr id="1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B35739-37DD-6F0C-4F6E-611C8CF036DC}"/>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a:lnSpc>
                <a:spcPct val="90000"/>
              </a:lnSpc>
              <a:spcAft>
                <a:spcPts val="600"/>
              </a:spcAft>
            </a:pPr>
            <a:r>
              <a:rPr lang="fr-FR" sz="1700" b="1" dirty="0"/>
              <a:t>5.  et Réduction de l'Empreinte Eau :</a:t>
            </a:r>
          </a:p>
          <a:p>
            <a:pPr>
              <a:lnSpc>
                <a:spcPct val="90000"/>
              </a:lnSpc>
              <a:spcAft>
                <a:spcPts val="600"/>
              </a:spcAft>
            </a:pPr>
            <a:endParaRPr lang="fr-FR" sz="1700" dirty="0"/>
          </a:p>
          <a:p>
            <a:pPr marL="285750" indent="-285750">
              <a:lnSpc>
                <a:spcPct val="90000"/>
              </a:lnSpc>
              <a:spcAft>
                <a:spcPts val="600"/>
              </a:spcAft>
              <a:buFont typeface="Arial" panose="020B0604020202020204" pitchFamily="34" charset="0"/>
              <a:buChar char="•"/>
            </a:pPr>
            <a:r>
              <a:rPr lang="fr-FR" sz="1700" b="1" dirty="0"/>
              <a:t>Avant</a:t>
            </a:r>
            <a:r>
              <a:rPr lang="fr-FR" sz="1700" dirty="0"/>
              <a:t> : Le calcul de l'empreinte eau était approximatif et basé sur des estimations, limitant la capacité de l'entreprise à identifier des opportunités de réduction.</a:t>
            </a:r>
          </a:p>
          <a:p>
            <a:pPr marL="285750" indent="-285750">
              <a:lnSpc>
                <a:spcPct val="90000"/>
              </a:lnSpc>
              <a:spcAft>
                <a:spcPts val="600"/>
              </a:spcAft>
              <a:buFont typeface="Arial" panose="020B0604020202020204" pitchFamily="34" charset="0"/>
              <a:buChar char="•"/>
            </a:pPr>
            <a:r>
              <a:rPr lang="fr-FR" sz="1700" b="1" dirty="0"/>
              <a:t>Après</a:t>
            </a:r>
            <a:r>
              <a:rPr lang="fr-FR" sz="1700" dirty="0"/>
              <a:t> : L'analyse des données collectées à chaque étape du processus permet un calcul précis de l'empreinte eau et l'identification de mesures spécifiques pour réduire la consommation d'eau, contribuant à une production plus durable.</a:t>
            </a:r>
          </a:p>
          <a:p>
            <a:pPr>
              <a:lnSpc>
                <a:spcPct val="90000"/>
              </a:lnSpc>
              <a:spcAft>
                <a:spcPts val="600"/>
              </a:spcAft>
            </a:pPr>
            <a:endParaRPr lang="fr-FR" sz="1700" dirty="0"/>
          </a:p>
          <a:p>
            <a:pPr>
              <a:lnSpc>
                <a:spcPct val="90000"/>
              </a:lnSpc>
              <a:spcAft>
                <a:spcPts val="600"/>
              </a:spcAft>
            </a:pPr>
            <a:endParaRPr lang="fr-FR" sz="1700" dirty="0"/>
          </a:p>
          <a:p>
            <a:pPr>
              <a:lnSpc>
                <a:spcPct val="90000"/>
              </a:lnSpc>
              <a:spcAft>
                <a:spcPts val="600"/>
              </a:spcAft>
            </a:pPr>
            <a:r>
              <a:rPr lang="fr-FR" sz="1700" dirty="0"/>
              <a:t>En conclusion, la transformation digitale </a:t>
            </a:r>
            <a:r>
              <a:rPr lang="fr-FR" sz="1700" b="1" dirty="0"/>
              <a:t>optimise la production de jus de fruits en améliorant la gestion des ressources et la qualité des produits, tout en réduisant l'empreinte eau</a:t>
            </a:r>
            <a:r>
              <a:rPr lang="fr-FR" sz="1700" dirty="0"/>
              <a:t>. Ces avancées renforcent l'efficacité opérationnelle et l'engagement durable de l'entreprise, répondant ainsi aux attentes environnementales modernes.</a:t>
            </a:r>
            <a:endParaRPr lang="en-US" sz="1700" dirty="0"/>
          </a:p>
        </p:txBody>
      </p:sp>
      <p:sp>
        <p:nvSpPr>
          <p:cNvPr id="3" name="Slide Number Placeholder 2">
            <a:extLst>
              <a:ext uri="{FF2B5EF4-FFF2-40B4-BE49-F238E27FC236}">
                <a16:creationId xmlns:a16="http://schemas.microsoft.com/office/drawing/2014/main" id="{367CAA43-E7ED-D74E-5642-235634300B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E73946-9152-2148-B286-BEF1B04A8193}" type="slidenum">
              <a:rPr lang="en-US" sz="1200" smtClean="0">
                <a:solidFill>
                  <a:schemeClr val="tx1">
                    <a:tint val="75000"/>
                  </a:schemeClr>
                </a:solidFill>
              </a:rPr>
              <a:pPr>
                <a:spcAft>
                  <a:spcPts val="600"/>
                </a:spcAft>
              </a:pPr>
              <a:t>8</a:t>
            </a:fld>
            <a:endParaRPr lang="en-US" sz="1200">
              <a:solidFill>
                <a:schemeClr val="tx1">
                  <a:tint val="75000"/>
                </a:schemeClr>
              </a:solidFill>
            </a:endParaRPr>
          </a:p>
        </p:txBody>
      </p:sp>
      <p:sp>
        <p:nvSpPr>
          <p:cNvPr id="4" name="TextBox 3">
            <a:extLst>
              <a:ext uri="{FF2B5EF4-FFF2-40B4-BE49-F238E27FC236}">
                <a16:creationId xmlns:a16="http://schemas.microsoft.com/office/drawing/2014/main" id="{3D9EE36B-4A6F-0C3A-36CC-EBBED1E0AD38}"/>
              </a:ext>
            </a:extLst>
          </p:cNvPr>
          <p:cNvSpPr txBox="1"/>
          <p:nvPr/>
        </p:nvSpPr>
        <p:spPr>
          <a:xfrm>
            <a:off x="2930013" y="2556387"/>
            <a:ext cx="184731" cy="369332"/>
          </a:xfrm>
          <a:prstGeom prst="rect">
            <a:avLst/>
          </a:prstGeom>
          <a:noFill/>
        </p:spPr>
        <p:txBody>
          <a:bodyPr wrap="square" rtlCol="0">
            <a:spAutoFit/>
          </a:bodyPr>
          <a:lstStyle/>
          <a:p>
            <a:endParaRPr lang="LID4096" dirty="0"/>
          </a:p>
        </p:txBody>
      </p:sp>
    </p:spTree>
    <p:extLst>
      <p:ext uri="{BB962C8B-B14F-4D97-AF65-F5344CB8AC3E}">
        <p14:creationId xmlns:p14="http://schemas.microsoft.com/office/powerpoint/2010/main" val="3523414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idnigh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08ED845-626D-4B8F-816C-3C0AFCDACD9A}">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98</TotalTime>
  <Words>495</Words>
  <Application>Microsoft Office PowerPoint</Application>
  <PresentationFormat>Widescreen</PresentationFormat>
  <Paragraphs>42</Paragraphs>
  <Slides>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Aptos</vt:lpstr>
      <vt:lpstr>Aptos Display</vt:lpstr>
      <vt:lpstr>Arial</vt:lpstr>
      <vt:lpstr>Calibri</vt:lpstr>
      <vt:lpstr>Calibri Light</vt:lpstr>
      <vt:lpstr>Office Theme</vt:lpstr>
      <vt:lpstr>Midnight</vt:lpstr>
      <vt:lpstr>Digitalisation des processus Métiers(2)</vt:lpstr>
      <vt:lpstr>1. Illustrer en digramme de processus comment permettre et assurer puis évaluer l’empreinte  eau.</vt:lpstr>
      <vt:lpstr>2. Choisir un produit parmi la liste en annexe 3 </vt:lpstr>
      <vt:lpstr>3. Illustrer/construire le workflow/processus standard en digramme</vt:lpstr>
      <vt:lpstr>4. Présenter l’évolution du workflow/processus après digitalisation</vt:lpstr>
      <vt:lpstr>5. Expliquer l’impact de la transformation digitale sur le workflow. </vt:lpstr>
      <vt:lpstr>5. Expliquer l’impact de la transformation digitale sur le workflow. </vt:lpstr>
      <vt:lpstr>5. Expliquer l’impact de la transformation digitale sur le workflow.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Digitalisation des processus Métiers</dc:title>
  <dc:creator>ghadahamoudi</dc:creator>
  <cp:lastModifiedBy>Ghada Hamoudi</cp:lastModifiedBy>
  <cp:revision>2</cp:revision>
  <dcterms:created xsi:type="dcterms:W3CDTF">2024-05-17T08:12:49Z</dcterms:created>
  <dcterms:modified xsi:type="dcterms:W3CDTF">2024-05-17T09:54:01Z</dcterms:modified>
</cp:coreProperties>
</file>