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 id="2147483683" r:id="rId3"/>
  </p:sldMasterIdLst>
  <p:notesMasterIdLst>
    <p:notesMasterId r:id="rId17"/>
  </p:notesMasterIdLst>
  <p:sldIdLst>
    <p:sldId id="312" r:id="rId4"/>
    <p:sldId id="318" r:id="rId5"/>
    <p:sldId id="319" r:id="rId6"/>
    <p:sldId id="320" r:id="rId7"/>
    <p:sldId id="314" r:id="rId8"/>
    <p:sldId id="321" r:id="rId9"/>
    <p:sldId id="315" r:id="rId10"/>
    <p:sldId id="256" r:id="rId11"/>
    <p:sldId id="322" r:id="rId12"/>
    <p:sldId id="316" r:id="rId13"/>
    <p:sldId id="323" r:id="rId14"/>
    <p:sldId id="324" r:id="rId15"/>
    <p:sldId id="317" r:id="rId16"/>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diagrams/_rels/data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55D524-3DE5-4BBA-B2F6-D854B479BD82}"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024ED380-4120-4A48-A116-2806AD9737A4}">
      <dgm:prSet/>
      <dgm:spPr/>
      <dgm:t>
        <a:bodyPr/>
        <a:lstStyle/>
        <a:p>
          <a:r>
            <a:rPr lang="de-DE" i="0"/>
            <a:t>Introduction</a:t>
          </a:r>
          <a:endParaRPr lang="en-US"/>
        </a:p>
      </dgm:t>
    </dgm:pt>
    <dgm:pt modelId="{9F0ADA7B-4731-42CB-A60F-2FE2B410AF76}" type="parTrans" cxnId="{FDB55674-F7F4-48A2-9C81-CC21B13CF230}">
      <dgm:prSet/>
      <dgm:spPr/>
      <dgm:t>
        <a:bodyPr/>
        <a:lstStyle/>
        <a:p>
          <a:endParaRPr lang="en-US"/>
        </a:p>
      </dgm:t>
    </dgm:pt>
    <dgm:pt modelId="{A3F8A394-DF59-45C3-80DC-19819536A300}" type="sibTrans" cxnId="{FDB55674-F7F4-48A2-9C81-CC21B13CF230}">
      <dgm:prSet/>
      <dgm:spPr/>
      <dgm:t>
        <a:bodyPr/>
        <a:lstStyle/>
        <a:p>
          <a:endParaRPr lang="en-US"/>
        </a:p>
      </dgm:t>
    </dgm:pt>
    <dgm:pt modelId="{32E04DFE-1447-4ED1-9DBC-30BED756E1ED}">
      <dgm:prSet/>
      <dgm:spPr/>
      <dgm:t>
        <a:bodyPr/>
        <a:lstStyle/>
        <a:p>
          <a:r>
            <a:rPr lang="fr-FR" b="1" i="1"/>
            <a:t>Objectifs</a:t>
          </a:r>
          <a:r>
            <a:rPr lang="fr-FR" i="1"/>
            <a:t> de la transformation digitale</a:t>
          </a:r>
          <a:endParaRPr lang="en-US"/>
        </a:p>
      </dgm:t>
    </dgm:pt>
    <dgm:pt modelId="{A2FE1CCE-E60A-4FA0-93B6-CDC7A44B9421}" type="parTrans" cxnId="{AFB16072-FB77-4903-968B-3E401597F3F8}">
      <dgm:prSet/>
      <dgm:spPr/>
      <dgm:t>
        <a:bodyPr/>
        <a:lstStyle/>
        <a:p>
          <a:endParaRPr lang="en-US"/>
        </a:p>
      </dgm:t>
    </dgm:pt>
    <dgm:pt modelId="{F6AC4414-F5B4-4D30-924A-85D53615FDB7}" type="sibTrans" cxnId="{AFB16072-FB77-4903-968B-3E401597F3F8}">
      <dgm:prSet/>
      <dgm:spPr/>
      <dgm:t>
        <a:bodyPr/>
        <a:lstStyle/>
        <a:p>
          <a:endParaRPr lang="en-US"/>
        </a:p>
      </dgm:t>
    </dgm:pt>
    <dgm:pt modelId="{3BED4DAC-E71F-47F3-B1EA-11EAEE430DE4}">
      <dgm:prSet/>
      <dgm:spPr/>
      <dgm:t>
        <a:bodyPr/>
        <a:lstStyle/>
        <a:p>
          <a:r>
            <a:rPr lang="fr-FR" b="1" i="0"/>
            <a:t>Facteurs Clés </a:t>
          </a:r>
          <a:r>
            <a:rPr lang="fr-FR" i="0"/>
            <a:t>de la Transformation</a:t>
          </a:r>
          <a:endParaRPr lang="en-US"/>
        </a:p>
      </dgm:t>
    </dgm:pt>
    <dgm:pt modelId="{DE54FA47-91BF-4EA9-B550-A5DB80516EF5}" type="parTrans" cxnId="{0B417083-701C-4320-A6E7-7330269D64E6}">
      <dgm:prSet/>
      <dgm:spPr/>
      <dgm:t>
        <a:bodyPr/>
        <a:lstStyle/>
        <a:p>
          <a:endParaRPr lang="en-US"/>
        </a:p>
      </dgm:t>
    </dgm:pt>
    <dgm:pt modelId="{2F9F50E3-1A16-463E-B37C-F7BBAD1E6308}" type="sibTrans" cxnId="{0B417083-701C-4320-A6E7-7330269D64E6}">
      <dgm:prSet/>
      <dgm:spPr/>
      <dgm:t>
        <a:bodyPr/>
        <a:lstStyle/>
        <a:p>
          <a:endParaRPr lang="en-US"/>
        </a:p>
      </dgm:t>
    </dgm:pt>
    <dgm:pt modelId="{6AE9539A-A93C-4882-9E72-FF580473E1F9}">
      <dgm:prSet/>
      <dgm:spPr/>
      <dgm:t>
        <a:bodyPr/>
        <a:lstStyle/>
        <a:p>
          <a:r>
            <a:rPr lang="fr-FR" i="0"/>
            <a:t>Moteurs </a:t>
          </a:r>
          <a:r>
            <a:rPr lang="fr-FR" b="1" i="0"/>
            <a:t>Commerciaux</a:t>
          </a:r>
          <a:r>
            <a:rPr lang="fr-FR" i="0"/>
            <a:t> de la Transformation</a:t>
          </a:r>
          <a:endParaRPr lang="en-US"/>
        </a:p>
      </dgm:t>
    </dgm:pt>
    <dgm:pt modelId="{43D19C02-5F0B-4E67-B1A6-E7AAE0A30A6B}" type="parTrans" cxnId="{935CD390-4D5B-4A2B-97F0-C0B4AC2776B5}">
      <dgm:prSet/>
      <dgm:spPr/>
      <dgm:t>
        <a:bodyPr/>
        <a:lstStyle/>
        <a:p>
          <a:endParaRPr lang="en-US"/>
        </a:p>
      </dgm:t>
    </dgm:pt>
    <dgm:pt modelId="{4AA5E393-59C9-4533-B510-D9F340170408}" type="sibTrans" cxnId="{935CD390-4D5B-4A2B-97F0-C0B4AC2776B5}">
      <dgm:prSet/>
      <dgm:spPr/>
      <dgm:t>
        <a:bodyPr/>
        <a:lstStyle/>
        <a:p>
          <a:endParaRPr lang="en-US"/>
        </a:p>
      </dgm:t>
    </dgm:pt>
    <dgm:pt modelId="{27D8E30E-B9AC-4BF4-B7FF-4946E336A986}">
      <dgm:prSet/>
      <dgm:spPr/>
      <dgm:t>
        <a:bodyPr/>
        <a:lstStyle/>
        <a:p>
          <a:r>
            <a:rPr lang="fr-FR" i="0"/>
            <a:t>Moteurs </a:t>
          </a:r>
          <a:r>
            <a:rPr lang="fr-FR" b="1" i="0"/>
            <a:t>Technologiques</a:t>
          </a:r>
          <a:r>
            <a:rPr lang="fr-FR" i="0"/>
            <a:t> de la Transformation</a:t>
          </a:r>
          <a:endParaRPr lang="en-US"/>
        </a:p>
      </dgm:t>
    </dgm:pt>
    <dgm:pt modelId="{395D3969-8F2D-48F6-89D3-19F08852A805}" type="parTrans" cxnId="{DCD6EC09-6A4A-4FB7-9E68-8A7521EB59F9}">
      <dgm:prSet/>
      <dgm:spPr/>
      <dgm:t>
        <a:bodyPr/>
        <a:lstStyle/>
        <a:p>
          <a:endParaRPr lang="en-US"/>
        </a:p>
      </dgm:t>
    </dgm:pt>
    <dgm:pt modelId="{180B9D26-88DE-4067-BC16-56CE0AD350D2}" type="sibTrans" cxnId="{DCD6EC09-6A4A-4FB7-9E68-8A7521EB59F9}">
      <dgm:prSet/>
      <dgm:spPr/>
      <dgm:t>
        <a:bodyPr/>
        <a:lstStyle/>
        <a:p>
          <a:endParaRPr lang="en-US"/>
        </a:p>
      </dgm:t>
    </dgm:pt>
    <dgm:pt modelId="{81E6E347-C4B0-4D33-89D9-DD9CA69EEC33}">
      <dgm:prSet/>
      <dgm:spPr/>
      <dgm:t>
        <a:bodyPr/>
        <a:lstStyle/>
        <a:p>
          <a:r>
            <a:rPr lang="fr-FR" b="1" i="0"/>
            <a:t>Plan</a:t>
          </a:r>
          <a:r>
            <a:rPr lang="fr-FR" i="0"/>
            <a:t> de Transformation pour Testa</a:t>
          </a:r>
          <a:endParaRPr lang="en-US"/>
        </a:p>
      </dgm:t>
    </dgm:pt>
    <dgm:pt modelId="{CF8793D7-CD66-465F-A699-B0B5799FD6C7}" type="parTrans" cxnId="{57B68FEA-CF70-47DA-91EB-276B42F3372B}">
      <dgm:prSet/>
      <dgm:spPr/>
      <dgm:t>
        <a:bodyPr/>
        <a:lstStyle/>
        <a:p>
          <a:endParaRPr lang="en-US"/>
        </a:p>
      </dgm:t>
    </dgm:pt>
    <dgm:pt modelId="{E959E0C7-0F0D-437E-880B-6B1190143A20}" type="sibTrans" cxnId="{57B68FEA-CF70-47DA-91EB-276B42F3372B}">
      <dgm:prSet/>
      <dgm:spPr/>
      <dgm:t>
        <a:bodyPr/>
        <a:lstStyle/>
        <a:p>
          <a:endParaRPr lang="en-US"/>
        </a:p>
      </dgm:t>
    </dgm:pt>
    <dgm:pt modelId="{46A3B5CD-A7E8-4ECE-803F-7B1E28B71B3A}">
      <dgm:prSet/>
      <dgm:spPr/>
      <dgm:t>
        <a:bodyPr/>
        <a:lstStyle/>
        <a:p>
          <a:r>
            <a:rPr lang="de-DE" b="1" i="0"/>
            <a:t>Implémentation</a:t>
          </a:r>
          <a:r>
            <a:rPr lang="de-DE" i="0"/>
            <a:t> de la Transformation</a:t>
          </a:r>
          <a:endParaRPr lang="en-US"/>
        </a:p>
      </dgm:t>
    </dgm:pt>
    <dgm:pt modelId="{5AEEF6AB-3D97-4144-898D-840C527C47E2}" type="parTrans" cxnId="{13E589EA-D91D-4075-BCC0-E148FF4AE067}">
      <dgm:prSet/>
      <dgm:spPr/>
      <dgm:t>
        <a:bodyPr/>
        <a:lstStyle/>
        <a:p>
          <a:endParaRPr lang="en-US"/>
        </a:p>
      </dgm:t>
    </dgm:pt>
    <dgm:pt modelId="{C54FF0B0-6199-4CA3-99DD-1A5691514389}" type="sibTrans" cxnId="{13E589EA-D91D-4075-BCC0-E148FF4AE067}">
      <dgm:prSet/>
      <dgm:spPr/>
      <dgm:t>
        <a:bodyPr/>
        <a:lstStyle/>
        <a:p>
          <a:endParaRPr lang="en-US"/>
        </a:p>
      </dgm:t>
    </dgm:pt>
    <dgm:pt modelId="{5EE3A91A-59ED-438F-9303-F01F82CD2065}">
      <dgm:prSet/>
      <dgm:spPr/>
      <dgm:t>
        <a:bodyPr/>
        <a:lstStyle/>
        <a:p>
          <a:r>
            <a:rPr lang="de-DE" b="1" i="0"/>
            <a:t>Résultats</a:t>
          </a:r>
          <a:r>
            <a:rPr lang="de-DE" i="0"/>
            <a:t> Attendus</a:t>
          </a:r>
          <a:endParaRPr lang="en-US"/>
        </a:p>
      </dgm:t>
    </dgm:pt>
    <dgm:pt modelId="{D1B54275-295B-4AF3-9812-ADD53E225683}" type="parTrans" cxnId="{4628D147-44E4-45D2-A295-ED4965C7AA9D}">
      <dgm:prSet/>
      <dgm:spPr/>
      <dgm:t>
        <a:bodyPr/>
        <a:lstStyle/>
        <a:p>
          <a:endParaRPr lang="en-US"/>
        </a:p>
      </dgm:t>
    </dgm:pt>
    <dgm:pt modelId="{F62DE165-F552-49BD-B223-B2A67EDF9C1A}" type="sibTrans" cxnId="{4628D147-44E4-45D2-A295-ED4965C7AA9D}">
      <dgm:prSet/>
      <dgm:spPr/>
      <dgm:t>
        <a:bodyPr/>
        <a:lstStyle/>
        <a:p>
          <a:endParaRPr lang="en-US"/>
        </a:p>
      </dgm:t>
    </dgm:pt>
    <dgm:pt modelId="{78BE7B7C-C4C2-4CEE-AC20-72CEF5C5A38B}">
      <dgm:prSet/>
      <dgm:spPr/>
      <dgm:t>
        <a:bodyPr/>
        <a:lstStyle/>
        <a:p>
          <a:r>
            <a:rPr lang="de-DE" i="0"/>
            <a:t>Conclusion</a:t>
          </a:r>
          <a:endParaRPr lang="en-US"/>
        </a:p>
      </dgm:t>
    </dgm:pt>
    <dgm:pt modelId="{6BC5FF22-454C-46E1-9633-1938A3907838}" type="parTrans" cxnId="{571F9B21-375F-4C96-9725-2BA8FB89C8B4}">
      <dgm:prSet/>
      <dgm:spPr/>
      <dgm:t>
        <a:bodyPr/>
        <a:lstStyle/>
        <a:p>
          <a:endParaRPr lang="en-US"/>
        </a:p>
      </dgm:t>
    </dgm:pt>
    <dgm:pt modelId="{450C9054-AEC0-4703-BFAD-287CBEF1817C}" type="sibTrans" cxnId="{571F9B21-375F-4C96-9725-2BA8FB89C8B4}">
      <dgm:prSet/>
      <dgm:spPr/>
      <dgm:t>
        <a:bodyPr/>
        <a:lstStyle/>
        <a:p>
          <a:endParaRPr lang="en-US"/>
        </a:p>
      </dgm:t>
    </dgm:pt>
    <dgm:pt modelId="{9C279D68-7B90-4681-AB57-9D954B662F03}" type="pres">
      <dgm:prSet presAssocID="{8855D524-3DE5-4BBA-B2F6-D854B479BD82}" presName="diagram" presStyleCnt="0">
        <dgm:presLayoutVars>
          <dgm:dir/>
          <dgm:resizeHandles val="exact"/>
        </dgm:presLayoutVars>
      </dgm:prSet>
      <dgm:spPr/>
    </dgm:pt>
    <dgm:pt modelId="{68917CDF-4FEC-40B7-87B7-A8AC9BCD738F}" type="pres">
      <dgm:prSet presAssocID="{024ED380-4120-4A48-A116-2806AD9737A4}" presName="node" presStyleLbl="node1" presStyleIdx="0" presStyleCnt="9">
        <dgm:presLayoutVars>
          <dgm:bulletEnabled val="1"/>
        </dgm:presLayoutVars>
      </dgm:prSet>
      <dgm:spPr/>
    </dgm:pt>
    <dgm:pt modelId="{B39A8137-5DC5-4244-AA8D-529A31D35BA4}" type="pres">
      <dgm:prSet presAssocID="{A3F8A394-DF59-45C3-80DC-19819536A300}" presName="sibTrans" presStyleCnt="0"/>
      <dgm:spPr/>
    </dgm:pt>
    <dgm:pt modelId="{C0530B30-30CE-4A58-9E41-87024008978D}" type="pres">
      <dgm:prSet presAssocID="{32E04DFE-1447-4ED1-9DBC-30BED756E1ED}" presName="node" presStyleLbl="node1" presStyleIdx="1" presStyleCnt="9">
        <dgm:presLayoutVars>
          <dgm:bulletEnabled val="1"/>
        </dgm:presLayoutVars>
      </dgm:prSet>
      <dgm:spPr/>
    </dgm:pt>
    <dgm:pt modelId="{E5463AFC-159B-4842-87F0-83AE144C3B87}" type="pres">
      <dgm:prSet presAssocID="{F6AC4414-F5B4-4D30-924A-85D53615FDB7}" presName="sibTrans" presStyleCnt="0"/>
      <dgm:spPr/>
    </dgm:pt>
    <dgm:pt modelId="{8D82F146-C07E-4E2A-A65C-649ADA44CE1F}" type="pres">
      <dgm:prSet presAssocID="{3BED4DAC-E71F-47F3-B1EA-11EAEE430DE4}" presName="node" presStyleLbl="node1" presStyleIdx="2" presStyleCnt="9">
        <dgm:presLayoutVars>
          <dgm:bulletEnabled val="1"/>
        </dgm:presLayoutVars>
      </dgm:prSet>
      <dgm:spPr/>
    </dgm:pt>
    <dgm:pt modelId="{DC156419-41B4-4AA9-9A17-1D5ABD1B6975}" type="pres">
      <dgm:prSet presAssocID="{2F9F50E3-1A16-463E-B37C-F7BBAD1E6308}" presName="sibTrans" presStyleCnt="0"/>
      <dgm:spPr/>
    </dgm:pt>
    <dgm:pt modelId="{5214355A-B7A3-4991-85D5-A3EE125322C5}" type="pres">
      <dgm:prSet presAssocID="{6AE9539A-A93C-4882-9E72-FF580473E1F9}" presName="node" presStyleLbl="node1" presStyleIdx="3" presStyleCnt="9">
        <dgm:presLayoutVars>
          <dgm:bulletEnabled val="1"/>
        </dgm:presLayoutVars>
      </dgm:prSet>
      <dgm:spPr/>
    </dgm:pt>
    <dgm:pt modelId="{91CAAC1C-AB1B-47D4-B3BC-0CCEB54092BE}" type="pres">
      <dgm:prSet presAssocID="{4AA5E393-59C9-4533-B510-D9F340170408}" presName="sibTrans" presStyleCnt="0"/>
      <dgm:spPr/>
    </dgm:pt>
    <dgm:pt modelId="{0ADCDBE7-745B-4B52-8F59-A561ABF6EADC}" type="pres">
      <dgm:prSet presAssocID="{27D8E30E-B9AC-4BF4-B7FF-4946E336A986}" presName="node" presStyleLbl="node1" presStyleIdx="4" presStyleCnt="9">
        <dgm:presLayoutVars>
          <dgm:bulletEnabled val="1"/>
        </dgm:presLayoutVars>
      </dgm:prSet>
      <dgm:spPr/>
    </dgm:pt>
    <dgm:pt modelId="{741B28E5-4BCE-4A91-B7C4-9DBC7900F25E}" type="pres">
      <dgm:prSet presAssocID="{180B9D26-88DE-4067-BC16-56CE0AD350D2}" presName="sibTrans" presStyleCnt="0"/>
      <dgm:spPr/>
    </dgm:pt>
    <dgm:pt modelId="{BD9BC9F3-7B99-4773-9B3A-9D92F7DB15E3}" type="pres">
      <dgm:prSet presAssocID="{81E6E347-C4B0-4D33-89D9-DD9CA69EEC33}" presName="node" presStyleLbl="node1" presStyleIdx="5" presStyleCnt="9">
        <dgm:presLayoutVars>
          <dgm:bulletEnabled val="1"/>
        </dgm:presLayoutVars>
      </dgm:prSet>
      <dgm:spPr/>
    </dgm:pt>
    <dgm:pt modelId="{E1069339-F7C1-4C81-BBEE-57D8B215EA12}" type="pres">
      <dgm:prSet presAssocID="{E959E0C7-0F0D-437E-880B-6B1190143A20}" presName="sibTrans" presStyleCnt="0"/>
      <dgm:spPr/>
    </dgm:pt>
    <dgm:pt modelId="{7A9E7D3A-4EB3-41D3-95B1-CAD0F94193D1}" type="pres">
      <dgm:prSet presAssocID="{46A3B5CD-A7E8-4ECE-803F-7B1E28B71B3A}" presName="node" presStyleLbl="node1" presStyleIdx="6" presStyleCnt="9">
        <dgm:presLayoutVars>
          <dgm:bulletEnabled val="1"/>
        </dgm:presLayoutVars>
      </dgm:prSet>
      <dgm:spPr/>
    </dgm:pt>
    <dgm:pt modelId="{47D979BB-093B-4C2B-86B7-F7553F532CD1}" type="pres">
      <dgm:prSet presAssocID="{C54FF0B0-6199-4CA3-99DD-1A5691514389}" presName="sibTrans" presStyleCnt="0"/>
      <dgm:spPr/>
    </dgm:pt>
    <dgm:pt modelId="{6ECA03B1-56EC-4FFD-841E-56BFCB82991B}" type="pres">
      <dgm:prSet presAssocID="{5EE3A91A-59ED-438F-9303-F01F82CD2065}" presName="node" presStyleLbl="node1" presStyleIdx="7" presStyleCnt="9">
        <dgm:presLayoutVars>
          <dgm:bulletEnabled val="1"/>
        </dgm:presLayoutVars>
      </dgm:prSet>
      <dgm:spPr/>
    </dgm:pt>
    <dgm:pt modelId="{8ABF428B-8D18-4CC0-9B9C-4F95EB36E3F9}" type="pres">
      <dgm:prSet presAssocID="{F62DE165-F552-49BD-B223-B2A67EDF9C1A}" presName="sibTrans" presStyleCnt="0"/>
      <dgm:spPr/>
    </dgm:pt>
    <dgm:pt modelId="{849D2B33-22CE-4419-8198-6A6EB79D9BD7}" type="pres">
      <dgm:prSet presAssocID="{78BE7B7C-C4C2-4CEE-AC20-72CEF5C5A38B}" presName="node" presStyleLbl="node1" presStyleIdx="8" presStyleCnt="9">
        <dgm:presLayoutVars>
          <dgm:bulletEnabled val="1"/>
        </dgm:presLayoutVars>
      </dgm:prSet>
      <dgm:spPr/>
    </dgm:pt>
  </dgm:ptLst>
  <dgm:cxnLst>
    <dgm:cxn modelId="{DCD6EC09-6A4A-4FB7-9E68-8A7521EB59F9}" srcId="{8855D524-3DE5-4BBA-B2F6-D854B479BD82}" destId="{27D8E30E-B9AC-4BF4-B7FF-4946E336A986}" srcOrd="4" destOrd="0" parTransId="{395D3969-8F2D-48F6-89D3-19F08852A805}" sibTransId="{180B9D26-88DE-4067-BC16-56CE0AD350D2}"/>
    <dgm:cxn modelId="{60FDD215-B956-41AE-A911-793D1B5264FF}" type="presOf" srcId="{5EE3A91A-59ED-438F-9303-F01F82CD2065}" destId="{6ECA03B1-56EC-4FFD-841E-56BFCB82991B}" srcOrd="0" destOrd="0" presId="urn:microsoft.com/office/officeart/2005/8/layout/default"/>
    <dgm:cxn modelId="{87A40018-087E-49D2-91FC-11051FFD1AB3}" type="presOf" srcId="{81E6E347-C4B0-4D33-89D9-DD9CA69EEC33}" destId="{BD9BC9F3-7B99-4773-9B3A-9D92F7DB15E3}" srcOrd="0" destOrd="0" presId="urn:microsoft.com/office/officeart/2005/8/layout/default"/>
    <dgm:cxn modelId="{19F5BC1D-B9EB-48EB-8EDA-2C5346295CEC}" type="presOf" srcId="{27D8E30E-B9AC-4BF4-B7FF-4946E336A986}" destId="{0ADCDBE7-745B-4B52-8F59-A561ABF6EADC}" srcOrd="0" destOrd="0" presId="urn:microsoft.com/office/officeart/2005/8/layout/default"/>
    <dgm:cxn modelId="{571F9B21-375F-4C96-9725-2BA8FB89C8B4}" srcId="{8855D524-3DE5-4BBA-B2F6-D854B479BD82}" destId="{78BE7B7C-C4C2-4CEE-AC20-72CEF5C5A38B}" srcOrd="8" destOrd="0" parTransId="{6BC5FF22-454C-46E1-9633-1938A3907838}" sibTransId="{450C9054-AEC0-4703-BFAD-287CBEF1817C}"/>
    <dgm:cxn modelId="{4628D147-44E4-45D2-A295-ED4965C7AA9D}" srcId="{8855D524-3DE5-4BBA-B2F6-D854B479BD82}" destId="{5EE3A91A-59ED-438F-9303-F01F82CD2065}" srcOrd="7" destOrd="0" parTransId="{D1B54275-295B-4AF3-9812-ADD53E225683}" sibTransId="{F62DE165-F552-49BD-B223-B2A67EDF9C1A}"/>
    <dgm:cxn modelId="{882C1968-3A9F-498F-AAB6-415149BEB0D0}" type="presOf" srcId="{3BED4DAC-E71F-47F3-B1EA-11EAEE430DE4}" destId="{8D82F146-C07E-4E2A-A65C-649ADA44CE1F}" srcOrd="0" destOrd="0" presId="urn:microsoft.com/office/officeart/2005/8/layout/default"/>
    <dgm:cxn modelId="{B8A6E468-5878-4CAB-A072-5161FD92D6E5}" type="presOf" srcId="{024ED380-4120-4A48-A116-2806AD9737A4}" destId="{68917CDF-4FEC-40B7-87B7-A8AC9BCD738F}" srcOrd="0" destOrd="0" presId="urn:microsoft.com/office/officeart/2005/8/layout/default"/>
    <dgm:cxn modelId="{AFB16072-FB77-4903-968B-3E401597F3F8}" srcId="{8855D524-3DE5-4BBA-B2F6-D854B479BD82}" destId="{32E04DFE-1447-4ED1-9DBC-30BED756E1ED}" srcOrd="1" destOrd="0" parTransId="{A2FE1CCE-E60A-4FA0-93B6-CDC7A44B9421}" sibTransId="{F6AC4414-F5B4-4D30-924A-85D53615FDB7}"/>
    <dgm:cxn modelId="{4A3E7E72-59F9-476A-B165-F5E7A0F11F00}" type="presOf" srcId="{8855D524-3DE5-4BBA-B2F6-D854B479BD82}" destId="{9C279D68-7B90-4681-AB57-9D954B662F03}" srcOrd="0" destOrd="0" presId="urn:microsoft.com/office/officeart/2005/8/layout/default"/>
    <dgm:cxn modelId="{FDB55674-F7F4-48A2-9C81-CC21B13CF230}" srcId="{8855D524-3DE5-4BBA-B2F6-D854B479BD82}" destId="{024ED380-4120-4A48-A116-2806AD9737A4}" srcOrd="0" destOrd="0" parTransId="{9F0ADA7B-4731-42CB-A60F-2FE2B410AF76}" sibTransId="{A3F8A394-DF59-45C3-80DC-19819536A300}"/>
    <dgm:cxn modelId="{0B417083-701C-4320-A6E7-7330269D64E6}" srcId="{8855D524-3DE5-4BBA-B2F6-D854B479BD82}" destId="{3BED4DAC-E71F-47F3-B1EA-11EAEE430DE4}" srcOrd="2" destOrd="0" parTransId="{DE54FA47-91BF-4EA9-B550-A5DB80516EF5}" sibTransId="{2F9F50E3-1A16-463E-B37C-F7BBAD1E6308}"/>
    <dgm:cxn modelId="{935CD390-4D5B-4A2B-97F0-C0B4AC2776B5}" srcId="{8855D524-3DE5-4BBA-B2F6-D854B479BD82}" destId="{6AE9539A-A93C-4882-9E72-FF580473E1F9}" srcOrd="3" destOrd="0" parTransId="{43D19C02-5F0B-4E67-B1A6-E7AAE0A30A6B}" sibTransId="{4AA5E393-59C9-4533-B510-D9F340170408}"/>
    <dgm:cxn modelId="{C3D1B2B9-43BA-4C3A-9212-1FACA01BDA6E}" type="presOf" srcId="{46A3B5CD-A7E8-4ECE-803F-7B1E28B71B3A}" destId="{7A9E7D3A-4EB3-41D3-95B1-CAD0F94193D1}" srcOrd="0" destOrd="0" presId="urn:microsoft.com/office/officeart/2005/8/layout/default"/>
    <dgm:cxn modelId="{75582ABD-0CBB-4A7B-83CA-868725F810C0}" type="presOf" srcId="{6AE9539A-A93C-4882-9E72-FF580473E1F9}" destId="{5214355A-B7A3-4991-85D5-A3EE125322C5}" srcOrd="0" destOrd="0" presId="urn:microsoft.com/office/officeart/2005/8/layout/default"/>
    <dgm:cxn modelId="{6184EFC8-142B-4463-B710-E4FFDE5631CE}" type="presOf" srcId="{78BE7B7C-C4C2-4CEE-AC20-72CEF5C5A38B}" destId="{849D2B33-22CE-4419-8198-6A6EB79D9BD7}" srcOrd="0" destOrd="0" presId="urn:microsoft.com/office/officeart/2005/8/layout/default"/>
    <dgm:cxn modelId="{4DFF79DB-F374-4F8F-8D30-483449052229}" type="presOf" srcId="{32E04DFE-1447-4ED1-9DBC-30BED756E1ED}" destId="{C0530B30-30CE-4A58-9E41-87024008978D}" srcOrd="0" destOrd="0" presId="urn:microsoft.com/office/officeart/2005/8/layout/default"/>
    <dgm:cxn modelId="{13E589EA-D91D-4075-BCC0-E148FF4AE067}" srcId="{8855D524-3DE5-4BBA-B2F6-D854B479BD82}" destId="{46A3B5CD-A7E8-4ECE-803F-7B1E28B71B3A}" srcOrd="6" destOrd="0" parTransId="{5AEEF6AB-3D97-4144-898D-840C527C47E2}" sibTransId="{C54FF0B0-6199-4CA3-99DD-1A5691514389}"/>
    <dgm:cxn modelId="{57B68FEA-CF70-47DA-91EB-276B42F3372B}" srcId="{8855D524-3DE5-4BBA-B2F6-D854B479BD82}" destId="{81E6E347-C4B0-4D33-89D9-DD9CA69EEC33}" srcOrd="5" destOrd="0" parTransId="{CF8793D7-CD66-465F-A699-B0B5799FD6C7}" sibTransId="{E959E0C7-0F0D-437E-880B-6B1190143A20}"/>
    <dgm:cxn modelId="{FF24CF39-6A41-4126-8BEF-2C13912A32FC}" type="presParOf" srcId="{9C279D68-7B90-4681-AB57-9D954B662F03}" destId="{68917CDF-4FEC-40B7-87B7-A8AC9BCD738F}" srcOrd="0" destOrd="0" presId="urn:microsoft.com/office/officeart/2005/8/layout/default"/>
    <dgm:cxn modelId="{B2E2FE69-E135-4DE5-A0DE-DD1896CA6B74}" type="presParOf" srcId="{9C279D68-7B90-4681-AB57-9D954B662F03}" destId="{B39A8137-5DC5-4244-AA8D-529A31D35BA4}" srcOrd="1" destOrd="0" presId="urn:microsoft.com/office/officeart/2005/8/layout/default"/>
    <dgm:cxn modelId="{A6B05A9C-3D0B-4A97-A18A-5A2755B577CB}" type="presParOf" srcId="{9C279D68-7B90-4681-AB57-9D954B662F03}" destId="{C0530B30-30CE-4A58-9E41-87024008978D}" srcOrd="2" destOrd="0" presId="urn:microsoft.com/office/officeart/2005/8/layout/default"/>
    <dgm:cxn modelId="{26E66626-B016-4625-BB07-5F7283E39C88}" type="presParOf" srcId="{9C279D68-7B90-4681-AB57-9D954B662F03}" destId="{E5463AFC-159B-4842-87F0-83AE144C3B87}" srcOrd="3" destOrd="0" presId="urn:microsoft.com/office/officeart/2005/8/layout/default"/>
    <dgm:cxn modelId="{7A59F1D1-9A45-4EEE-9734-F2AB041A3EEE}" type="presParOf" srcId="{9C279D68-7B90-4681-AB57-9D954B662F03}" destId="{8D82F146-C07E-4E2A-A65C-649ADA44CE1F}" srcOrd="4" destOrd="0" presId="urn:microsoft.com/office/officeart/2005/8/layout/default"/>
    <dgm:cxn modelId="{C3C789B7-FED5-42C8-BC4E-F319C738167B}" type="presParOf" srcId="{9C279D68-7B90-4681-AB57-9D954B662F03}" destId="{DC156419-41B4-4AA9-9A17-1D5ABD1B6975}" srcOrd="5" destOrd="0" presId="urn:microsoft.com/office/officeart/2005/8/layout/default"/>
    <dgm:cxn modelId="{9F8C8DB8-5553-4708-9336-BD4A954D7901}" type="presParOf" srcId="{9C279D68-7B90-4681-AB57-9D954B662F03}" destId="{5214355A-B7A3-4991-85D5-A3EE125322C5}" srcOrd="6" destOrd="0" presId="urn:microsoft.com/office/officeart/2005/8/layout/default"/>
    <dgm:cxn modelId="{03E8CEEA-C1E7-4D9A-9AAE-E49CB1244182}" type="presParOf" srcId="{9C279D68-7B90-4681-AB57-9D954B662F03}" destId="{91CAAC1C-AB1B-47D4-B3BC-0CCEB54092BE}" srcOrd="7" destOrd="0" presId="urn:microsoft.com/office/officeart/2005/8/layout/default"/>
    <dgm:cxn modelId="{7565388E-EEEA-43B3-AAF0-9A171DEFD92B}" type="presParOf" srcId="{9C279D68-7B90-4681-AB57-9D954B662F03}" destId="{0ADCDBE7-745B-4B52-8F59-A561ABF6EADC}" srcOrd="8" destOrd="0" presId="urn:microsoft.com/office/officeart/2005/8/layout/default"/>
    <dgm:cxn modelId="{2DC7479A-38DB-4C2F-8469-F24B1466E9A0}" type="presParOf" srcId="{9C279D68-7B90-4681-AB57-9D954B662F03}" destId="{741B28E5-4BCE-4A91-B7C4-9DBC7900F25E}" srcOrd="9" destOrd="0" presId="urn:microsoft.com/office/officeart/2005/8/layout/default"/>
    <dgm:cxn modelId="{F363B34F-FC9A-42D3-8384-6E62F9020028}" type="presParOf" srcId="{9C279D68-7B90-4681-AB57-9D954B662F03}" destId="{BD9BC9F3-7B99-4773-9B3A-9D92F7DB15E3}" srcOrd="10" destOrd="0" presId="urn:microsoft.com/office/officeart/2005/8/layout/default"/>
    <dgm:cxn modelId="{44210757-68F1-4CDF-A73C-FD3DCE05C326}" type="presParOf" srcId="{9C279D68-7B90-4681-AB57-9D954B662F03}" destId="{E1069339-F7C1-4C81-BBEE-57D8B215EA12}" srcOrd="11" destOrd="0" presId="urn:microsoft.com/office/officeart/2005/8/layout/default"/>
    <dgm:cxn modelId="{753DB313-13C5-479F-8844-AE8A95156E04}" type="presParOf" srcId="{9C279D68-7B90-4681-AB57-9D954B662F03}" destId="{7A9E7D3A-4EB3-41D3-95B1-CAD0F94193D1}" srcOrd="12" destOrd="0" presId="urn:microsoft.com/office/officeart/2005/8/layout/default"/>
    <dgm:cxn modelId="{ABCE208C-A62D-4852-863D-724FCFE521F6}" type="presParOf" srcId="{9C279D68-7B90-4681-AB57-9D954B662F03}" destId="{47D979BB-093B-4C2B-86B7-F7553F532CD1}" srcOrd="13" destOrd="0" presId="urn:microsoft.com/office/officeart/2005/8/layout/default"/>
    <dgm:cxn modelId="{2D832EC2-9519-4CD6-AF11-8CAC6020BA1D}" type="presParOf" srcId="{9C279D68-7B90-4681-AB57-9D954B662F03}" destId="{6ECA03B1-56EC-4FFD-841E-56BFCB82991B}" srcOrd="14" destOrd="0" presId="urn:microsoft.com/office/officeart/2005/8/layout/default"/>
    <dgm:cxn modelId="{FFA57E30-2C8F-4F50-BC1D-0FA1D933E72A}" type="presParOf" srcId="{9C279D68-7B90-4681-AB57-9D954B662F03}" destId="{8ABF428B-8D18-4CC0-9B9C-4F95EB36E3F9}" srcOrd="15" destOrd="0" presId="urn:microsoft.com/office/officeart/2005/8/layout/default"/>
    <dgm:cxn modelId="{78A498C8-FADD-4F87-885F-D01202F00790}" type="presParOf" srcId="{9C279D68-7B90-4681-AB57-9D954B662F03}" destId="{849D2B33-22CE-4419-8198-6A6EB79D9BD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84DE44-C35C-407D-9E06-15FFAB90E3A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037F63D-9EA5-44E7-8185-4305AF3E641D}">
      <dgm:prSet/>
      <dgm:spPr/>
      <dgm:t>
        <a:bodyPr/>
        <a:lstStyle/>
        <a:p>
          <a:r>
            <a:rPr lang="fr-FR" b="1" i="0"/>
            <a:t>Testa</a:t>
          </a:r>
          <a:r>
            <a:rPr lang="fr-FR" b="0" i="0"/>
            <a:t> </a:t>
          </a:r>
          <a:r>
            <a:rPr lang="de-DE" b="0" i="0"/>
            <a:t>est un </a:t>
          </a:r>
          <a:r>
            <a:rPr lang="fr-FR" b="0" i="0"/>
            <a:t>leader mondial de la distribution de produits électroniques, est confronté à des défis croissants dans un marché compétitif en constante évolution.</a:t>
          </a:r>
          <a:endParaRPr lang="en-US"/>
        </a:p>
      </dgm:t>
    </dgm:pt>
    <dgm:pt modelId="{0220F9D2-B79A-449F-A330-A82BFDE886D3}" type="parTrans" cxnId="{5E474DE0-3C59-4C24-B811-0432FC78651D}">
      <dgm:prSet/>
      <dgm:spPr/>
      <dgm:t>
        <a:bodyPr/>
        <a:lstStyle/>
        <a:p>
          <a:endParaRPr lang="en-US"/>
        </a:p>
      </dgm:t>
    </dgm:pt>
    <dgm:pt modelId="{E3790532-7BA5-4D17-948B-FB33D9627F43}" type="sibTrans" cxnId="{5E474DE0-3C59-4C24-B811-0432FC78651D}">
      <dgm:prSet/>
      <dgm:spPr/>
      <dgm:t>
        <a:bodyPr/>
        <a:lstStyle/>
        <a:p>
          <a:endParaRPr lang="en-US"/>
        </a:p>
      </dgm:t>
    </dgm:pt>
    <dgm:pt modelId="{F03475A0-EB15-4291-98DC-CEBAFA1901AD}">
      <dgm:prSet/>
      <dgm:spPr/>
      <dgm:t>
        <a:bodyPr/>
        <a:lstStyle/>
        <a:p>
          <a:r>
            <a:rPr lang="fr-FR" b="1" i="0"/>
            <a:t>La transformation digitale</a:t>
          </a:r>
          <a:r>
            <a:rPr lang="fr-FR" b="0" i="0"/>
            <a:t> est cruciale pour Testa afin de rester compétitif, d'améliorer l'efficacité opérationnelle et de répondre aux attentes changeantes des clients.</a:t>
          </a:r>
          <a:endParaRPr lang="en-US"/>
        </a:p>
      </dgm:t>
    </dgm:pt>
    <dgm:pt modelId="{399BD383-A6E5-456A-A61E-516CC8AA4874}" type="parTrans" cxnId="{E1985837-5807-41A8-8ADA-747F0BF6BFEC}">
      <dgm:prSet/>
      <dgm:spPr/>
      <dgm:t>
        <a:bodyPr/>
        <a:lstStyle/>
        <a:p>
          <a:endParaRPr lang="en-US"/>
        </a:p>
      </dgm:t>
    </dgm:pt>
    <dgm:pt modelId="{EC6DEBD8-18A0-4D0A-8980-4FFC6425DECB}" type="sibTrans" cxnId="{E1985837-5807-41A8-8ADA-747F0BF6BFEC}">
      <dgm:prSet/>
      <dgm:spPr/>
      <dgm:t>
        <a:bodyPr/>
        <a:lstStyle/>
        <a:p>
          <a:endParaRPr lang="en-US"/>
        </a:p>
      </dgm:t>
    </dgm:pt>
    <dgm:pt modelId="{656AA4E9-971A-43B7-9CB9-6D73788EA91C}" type="pres">
      <dgm:prSet presAssocID="{DA84DE44-C35C-407D-9E06-15FFAB90E3AB}" presName="linear" presStyleCnt="0">
        <dgm:presLayoutVars>
          <dgm:animLvl val="lvl"/>
          <dgm:resizeHandles val="exact"/>
        </dgm:presLayoutVars>
      </dgm:prSet>
      <dgm:spPr/>
    </dgm:pt>
    <dgm:pt modelId="{69674E2D-A7A5-4A36-A033-FBA00A57413C}" type="pres">
      <dgm:prSet presAssocID="{B037F63D-9EA5-44E7-8185-4305AF3E641D}" presName="parentText" presStyleLbl="node1" presStyleIdx="0" presStyleCnt="1" custLinFactNeighborY="-54307">
        <dgm:presLayoutVars>
          <dgm:chMax val="0"/>
          <dgm:bulletEnabled val="1"/>
        </dgm:presLayoutVars>
      </dgm:prSet>
      <dgm:spPr/>
    </dgm:pt>
    <dgm:pt modelId="{1B3CA94F-D66F-4D82-B9FB-BC54723CF2E5}" type="pres">
      <dgm:prSet presAssocID="{B037F63D-9EA5-44E7-8185-4305AF3E641D}" presName="childText" presStyleLbl="revTx" presStyleIdx="0" presStyleCnt="1">
        <dgm:presLayoutVars>
          <dgm:bulletEnabled val="1"/>
        </dgm:presLayoutVars>
      </dgm:prSet>
      <dgm:spPr/>
    </dgm:pt>
  </dgm:ptLst>
  <dgm:cxnLst>
    <dgm:cxn modelId="{E1985837-5807-41A8-8ADA-747F0BF6BFEC}" srcId="{B037F63D-9EA5-44E7-8185-4305AF3E641D}" destId="{F03475A0-EB15-4291-98DC-CEBAFA1901AD}" srcOrd="0" destOrd="0" parTransId="{399BD383-A6E5-456A-A61E-516CC8AA4874}" sibTransId="{EC6DEBD8-18A0-4D0A-8980-4FFC6425DECB}"/>
    <dgm:cxn modelId="{5BEF0F6D-0C7C-4E0B-A543-FA8CCC9C7FD6}" type="presOf" srcId="{DA84DE44-C35C-407D-9E06-15FFAB90E3AB}" destId="{656AA4E9-971A-43B7-9CB9-6D73788EA91C}" srcOrd="0" destOrd="0" presId="urn:microsoft.com/office/officeart/2005/8/layout/vList2"/>
    <dgm:cxn modelId="{C24C8C8E-8F79-4143-8003-600BAC2339C2}" type="presOf" srcId="{B037F63D-9EA5-44E7-8185-4305AF3E641D}" destId="{69674E2D-A7A5-4A36-A033-FBA00A57413C}" srcOrd="0" destOrd="0" presId="urn:microsoft.com/office/officeart/2005/8/layout/vList2"/>
    <dgm:cxn modelId="{96B757C4-D382-41CF-90B7-3AEBFDEDB00A}" type="presOf" srcId="{F03475A0-EB15-4291-98DC-CEBAFA1901AD}" destId="{1B3CA94F-D66F-4D82-B9FB-BC54723CF2E5}" srcOrd="0" destOrd="0" presId="urn:microsoft.com/office/officeart/2005/8/layout/vList2"/>
    <dgm:cxn modelId="{5E474DE0-3C59-4C24-B811-0432FC78651D}" srcId="{DA84DE44-C35C-407D-9E06-15FFAB90E3AB}" destId="{B037F63D-9EA5-44E7-8185-4305AF3E641D}" srcOrd="0" destOrd="0" parTransId="{0220F9D2-B79A-449F-A330-A82BFDE886D3}" sibTransId="{E3790532-7BA5-4D17-948B-FB33D9627F43}"/>
    <dgm:cxn modelId="{E1DB4AD8-1B57-49E4-8261-98A2C9514AB4}" type="presParOf" srcId="{656AA4E9-971A-43B7-9CB9-6D73788EA91C}" destId="{69674E2D-A7A5-4A36-A033-FBA00A57413C}" srcOrd="0" destOrd="0" presId="urn:microsoft.com/office/officeart/2005/8/layout/vList2"/>
    <dgm:cxn modelId="{A72AB341-7D8A-477D-B445-DEBBC31CF7ED}" type="presParOf" srcId="{656AA4E9-971A-43B7-9CB9-6D73788EA91C}" destId="{1B3CA94F-D66F-4D82-B9FB-BC54723CF2E5}"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BAE3D4-3041-459F-898C-C16A55065094}" type="doc">
      <dgm:prSet loTypeId="urn:microsoft.com/office/officeart/2016/7/layout/LinearArrowProcessNumbered" loCatId="process" qsTypeId="urn:microsoft.com/office/officeart/2005/8/quickstyle/simple1" qsCatId="simple" csTypeId="urn:microsoft.com/office/officeart/2005/8/colors/accent1_2" csCatId="accent1"/>
      <dgm:spPr/>
      <dgm:t>
        <a:bodyPr/>
        <a:lstStyle/>
        <a:p>
          <a:endParaRPr lang="en-US"/>
        </a:p>
      </dgm:t>
    </dgm:pt>
    <dgm:pt modelId="{135B31AF-D668-4880-8A6D-F47A49388CF5}">
      <dgm:prSet/>
      <dgm:spPr/>
      <dgm:t>
        <a:bodyPr/>
        <a:lstStyle/>
        <a:p>
          <a:r>
            <a:rPr lang="fr-FR" b="1" i="0"/>
            <a:t>Améliorer l'expérience client </a:t>
          </a:r>
          <a:r>
            <a:rPr lang="fr-FR" b="0" i="0"/>
            <a:t>: En adoptant des solutions numériques innovantes, Testa vise à offrir une expérience client exceptionnelle, personnalisée et transparente à chaque étape de l'interaction.</a:t>
          </a:r>
          <a:endParaRPr lang="en-US"/>
        </a:p>
      </dgm:t>
    </dgm:pt>
    <dgm:pt modelId="{AC815646-34E9-4BC5-85EA-CA9D4F6EF67C}" type="parTrans" cxnId="{A0655DC0-9EEA-47E9-81C4-F4BE858D9020}">
      <dgm:prSet/>
      <dgm:spPr/>
      <dgm:t>
        <a:bodyPr/>
        <a:lstStyle/>
        <a:p>
          <a:endParaRPr lang="en-US"/>
        </a:p>
      </dgm:t>
    </dgm:pt>
    <dgm:pt modelId="{4D50DE41-B2A4-49CB-9B31-0D18E839DD36}" type="sibTrans" cxnId="{A0655DC0-9EEA-47E9-81C4-F4BE858D9020}">
      <dgm:prSet phldrT="1" phldr="0"/>
      <dgm:spPr/>
      <dgm:t>
        <a:bodyPr/>
        <a:lstStyle/>
        <a:p>
          <a:r>
            <a:rPr lang="en-US"/>
            <a:t>1</a:t>
          </a:r>
        </a:p>
      </dgm:t>
    </dgm:pt>
    <dgm:pt modelId="{EC4AE361-9E7F-4FFD-84BB-0FCEA106FD5C}">
      <dgm:prSet/>
      <dgm:spPr/>
      <dgm:t>
        <a:bodyPr/>
        <a:lstStyle/>
        <a:p>
          <a:r>
            <a:rPr lang="fr-FR" b="1" i="0"/>
            <a:t>Optimiser les processus internes </a:t>
          </a:r>
          <a:r>
            <a:rPr lang="fr-FR" b="0" i="0"/>
            <a:t>: La transformation numérique permettra à Testa d'automatiser les tâches répétitives, d'optimiser les flux de travail et d'accroître l'efficacité opérationnelle.</a:t>
          </a:r>
          <a:endParaRPr lang="en-US"/>
        </a:p>
      </dgm:t>
    </dgm:pt>
    <dgm:pt modelId="{96C7E21C-CCC4-4DBE-8D05-6262DFF8CCBA}" type="parTrans" cxnId="{F081E813-B499-45E0-9D4C-FE91F3AEFD37}">
      <dgm:prSet/>
      <dgm:spPr/>
      <dgm:t>
        <a:bodyPr/>
        <a:lstStyle/>
        <a:p>
          <a:endParaRPr lang="en-US"/>
        </a:p>
      </dgm:t>
    </dgm:pt>
    <dgm:pt modelId="{511416BC-66C1-4AB9-8C41-93C1C4DDD457}" type="sibTrans" cxnId="{F081E813-B499-45E0-9D4C-FE91F3AEFD37}">
      <dgm:prSet phldrT="2" phldr="0"/>
      <dgm:spPr/>
      <dgm:t>
        <a:bodyPr/>
        <a:lstStyle/>
        <a:p>
          <a:r>
            <a:rPr lang="en-US"/>
            <a:t>2</a:t>
          </a:r>
        </a:p>
      </dgm:t>
    </dgm:pt>
    <dgm:pt modelId="{0D725C27-DE29-44D1-8F64-C75EFB8CE089}">
      <dgm:prSet/>
      <dgm:spPr/>
      <dgm:t>
        <a:bodyPr/>
        <a:lstStyle/>
        <a:p>
          <a:r>
            <a:rPr lang="fr-FR" b="1" i="0"/>
            <a:t>Stimuler l'innovation </a:t>
          </a:r>
          <a:r>
            <a:rPr lang="fr-FR" b="0" i="0"/>
            <a:t>: En intégrant des technologies de pointe, Testa souhaite encourager l'innovation, développer de nouveaux produits et services, et rester à la pointe de l'industrie X.</a:t>
          </a:r>
          <a:endParaRPr lang="en-US"/>
        </a:p>
      </dgm:t>
    </dgm:pt>
    <dgm:pt modelId="{265AD0DC-2BBB-48FF-8CD5-8DD3458804C5}" type="parTrans" cxnId="{BBA44FC7-DDAF-4E21-BA21-895FBBE6E936}">
      <dgm:prSet/>
      <dgm:spPr/>
      <dgm:t>
        <a:bodyPr/>
        <a:lstStyle/>
        <a:p>
          <a:endParaRPr lang="en-US"/>
        </a:p>
      </dgm:t>
    </dgm:pt>
    <dgm:pt modelId="{9B2FC75A-26F2-488C-A15F-3EB78D76F71E}" type="sibTrans" cxnId="{BBA44FC7-DDAF-4E21-BA21-895FBBE6E936}">
      <dgm:prSet phldrT="3" phldr="0"/>
      <dgm:spPr/>
      <dgm:t>
        <a:bodyPr/>
        <a:lstStyle/>
        <a:p>
          <a:r>
            <a:rPr lang="en-US"/>
            <a:t>3</a:t>
          </a:r>
        </a:p>
      </dgm:t>
    </dgm:pt>
    <dgm:pt modelId="{DADF285D-6078-49B7-B98D-03D0E1865BA3}">
      <dgm:prSet/>
      <dgm:spPr/>
      <dgm:t>
        <a:bodyPr/>
        <a:lstStyle/>
        <a:p>
          <a:r>
            <a:rPr lang="fr-FR" b="1" i="0"/>
            <a:t>Renforcer la compétitivité </a:t>
          </a:r>
          <a:r>
            <a:rPr lang="fr-FR" b="0" i="0"/>
            <a:t>: En se transformant numériquement, Testa vise à renforcer sa position sur le marché, à attirer de nouveaux clients et à fidéliser sa clientèle existante.</a:t>
          </a:r>
          <a:endParaRPr lang="en-US"/>
        </a:p>
      </dgm:t>
    </dgm:pt>
    <dgm:pt modelId="{7CCB2C71-DB9E-457E-A6F4-6AAC9212178F}" type="parTrans" cxnId="{14138CE0-09B1-4EC8-986A-1CA58D0D1DA5}">
      <dgm:prSet/>
      <dgm:spPr/>
      <dgm:t>
        <a:bodyPr/>
        <a:lstStyle/>
        <a:p>
          <a:endParaRPr lang="en-US"/>
        </a:p>
      </dgm:t>
    </dgm:pt>
    <dgm:pt modelId="{44269613-AA2C-40E3-AC74-23ED4F578829}" type="sibTrans" cxnId="{14138CE0-09B1-4EC8-986A-1CA58D0D1DA5}">
      <dgm:prSet phldrT="4" phldr="0"/>
      <dgm:spPr/>
      <dgm:t>
        <a:bodyPr/>
        <a:lstStyle/>
        <a:p>
          <a:r>
            <a:rPr lang="en-US"/>
            <a:t>4</a:t>
          </a:r>
        </a:p>
      </dgm:t>
    </dgm:pt>
    <dgm:pt modelId="{774AE6E2-E07F-4A13-83D0-C5167D15387E}">
      <dgm:prSet/>
      <dgm:spPr/>
      <dgm:t>
        <a:bodyPr/>
        <a:lstStyle/>
        <a:p>
          <a:r>
            <a:rPr lang="fr-FR" b="1" i="0"/>
            <a:t>Assurer la croissance durable </a:t>
          </a:r>
          <a:r>
            <a:rPr lang="fr-FR" b="0" i="0"/>
            <a:t>: La transformation numérique de Testa est un pilier essentiel de sa stratégie de croissance à long terme, visant à garantir sa pérennité et son succès dans un environnement commercial en constante évolution.</a:t>
          </a:r>
          <a:endParaRPr lang="en-US"/>
        </a:p>
      </dgm:t>
    </dgm:pt>
    <dgm:pt modelId="{C9B8A877-825C-4112-9351-B4860F18A1EE}" type="parTrans" cxnId="{2976A0DD-91B8-4BFA-A922-6CA39FBA4461}">
      <dgm:prSet/>
      <dgm:spPr/>
      <dgm:t>
        <a:bodyPr/>
        <a:lstStyle/>
        <a:p>
          <a:endParaRPr lang="en-US"/>
        </a:p>
      </dgm:t>
    </dgm:pt>
    <dgm:pt modelId="{F711E51E-D5EC-415E-81F4-D77D583188E1}" type="sibTrans" cxnId="{2976A0DD-91B8-4BFA-A922-6CA39FBA4461}">
      <dgm:prSet phldrT="5" phldr="0"/>
      <dgm:spPr/>
      <dgm:t>
        <a:bodyPr/>
        <a:lstStyle/>
        <a:p>
          <a:r>
            <a:rPr lang="en-US"/>
            <a:t>5</a:t>
          </a:r>
        </a:p>
      </dgm:t>
    </dgm:pt>
    <dgm:pt modelId="{A404A009-45DA-4390-8D35-9DB1753FE17F}" type="pres">
      <dgm:prSet presAssocID="{F3BAE3D4-3041-459F-898C-C16A55065094}" presName="linearFlow" presStyleCnt="0">
        <dgm:presLayoutVars>
          <dgm:dir/>
          <dgm:animLvl val="lvl"/>
          <dgm:resizeHandles val="exact"/>
        </dgm:presLayoutVars>
      </dgm:prSet>
      <dgm:spPr/>
    </dgm:pt>
    <dgm:pt modelId="{91031D89-E57B-4A8A-9441-E2B8C338DEF4}" type="pres">
      <dgm:prSet presAssocID="{135B31AF-D668-4880-8A6D-F47A49388CF5}" presName="compositeNode" presStyleCnt="0"/>
      <dgm:spPr/>
    </dgm:pt>
    <dgm:pt modelId="{645D72DD-35B2-4AC4-AF07-1B3ECF243061}" type="pres">
      <dgm:prSet presAssocID="{135B31AF-D668-4880-8A6D-F47A49388CF5}" presName="parTx" presStyleLbl="node1" presStyleIdx="0" presStyleCnt="0">
        <dgm:presLayoutVars>
          <dgm:chMax val="0"/>
          <dgm:chPref val="0"/>
          <dgm:bulletEnabled val="1"/>
        </dgm:presLayoutVars>
      </dgm:prSet>
      <dgm:spPr/>
    </dgm:pt>
    <dgm:pt modelId="{2CD599A2-9865-4081-9BFC-C6C9D99382A9}" type="pres">
      <dgm:prSet presAssocID="{135B31AF-D668-4880-8A6D-F47A49388CF5}" presName="parSh" presStyleCnt="0"/>
      <dgm:spPr/>
    </dgm:pt>
    <dgm:pt modelId="{33B2E625-E1F3-4E24-A8D4-FE68FF5BD3A4}" type="pres">
      <dgm:prSet presAssocID="{135B31AF-D668-4880-8A6D-F47A49388CF5}" presName="lineNode" presStyleLbl="alignAccFollowNode1" presStyleIdx="0" presStyleCnt="15"/>
      <dgm:spPr/>
    </dgm:pt>
    <dgm:pt modelId="{17D67D8A-FC29-4D80-A9FA-C790CA629824}" type="pres">
      <dgm:prSet presAssocID="{135B31AF-D668-4880-8A6D-F47A49388CF5}" presName="lineArrowNode" presStyleLbl="alignAccFollowNode1" presStyleIdx="1" presStyleCnt="15"/>
      <dgm:spPr/>
    </dgm:pt>
    <dgm:pt modelId="{ADA2E19A-E56D-4002-B305-E6A7F1F1BBF7}" type="pres">
      <dgm:prSet presAssocID="{4D50DE41-B2A4-49CB-9B31-0D18E839DD36}" presName="sibTransNodeCircle" presStyleLbl="alignNode1" presStyleIdx="0" presStyleCnt="5">
        <dgm:presLayoutVars>
          <dgm:chMax val="0"/>
          <dgm:bulletEnabled/>
        </dgm:presLayoutVars>
      </dgm:prSet>
      <dgm:spPr/>
    </dgm:pt>
    <dgm:pt modelId="{9786CDAB-1B2A-4444-88BC-23AA9EED3A6F}" type="pres">
      <dgm:prSet presAssocID="{4D50DE41-B2A4-49CB-9B31-0D18E839DD36}" presName="spacerBetweenCircleAndCallout" presStyleCnt="0">
        <dgm:presLayoutVars/>
      </dgm:prSet>
      <dgm:spPr/>
    </dgm:pt>
    <dgm:pt modelId="{CBC1226E-8012-4ED3-89DC-565943D598AF}" type="pres">
      <dgm:prSet presAssocID="{135B31AF-D668-4880-8A6D-F47A49388CF5}" presName="nodeText" presStyleLbl="alignAccFollowNode1" presStyleIdx="2" presStyleCnt="15">
        <dgm:presLayoutVars>
          <dgm:bulletEnabled val="1"/>
        </dgm:presLayoutVars>
      </dgm:prSet>
      <dgm:spPr/>
    </dgm:pt>
    <dgm:pt modelId="{EEC9C733-890E-49CF-B821-33F4A3B6D261}" type="pres">
      <dgm:prSet presAssocID="{4D50DE41-B2A4-49CB-9B31-0D18E839DD36}" presName="sibTransComposite" presStyleCnt="0"/>
      <dgm:spPr/>
    </dgm:pt>
    <dgm:pt modelId="{FDDDCB0D-1CE5-4612-ABB1-3B3F937DA4BF}" type="pres">
      <dgm:prSet presAssocID="{EC4AE361-9E7F-4FFD-84BB-0FCEA106FD5C}" presName="compositeNode" presStyleCnt="0"/>
      <dgm:spPr/>
    </dgm:pt>
    <dgm:pt modelId="{CFDC9972-EE96-43BC-869D-E8904DBDCEA6}" type="pres">
      <dgm:prSet presAssocID="{EC4AE361-9E7F-4FFD-84BB-0FCEA106FD5C}" presName="parTx" presStyleLbl="node1" presStyleIdx="0" presStyleCnt="0">
        <dgm:presLayoutVars>
          <dgm:chMax val="0"/>
          <dgm:chPref val="0"/>
          <dgm:bulletEnabled val="1"/>
        </dgm:presLayoutVars>
      </dgm:prSet>
      <dgm:spPr/>
    </dgm:pt>
    <dgm:pt modelId="{351B9125-513C-406E-8568-E3A01C6B676E}" type="pres">
      <dgm:prSet presAssocID="{EC4AE361-9E7F-4FFD-84BB-0FCEA106FD5C}" presName="parSh" presStyleCnt="0"/>
      <dgm:spPr/>
    </dgm:pt>
    <dgm:pt modelId="{4B9161EF-00F6-43D4-BFA5-7BC47D13E57F}" type="pres">
      <dgm:prSet presAssocID="{EC4AE361-9E7F-4FFD-84BB-0FCEA106FD5C}" presName="lineNode" presStyleLbl="alignAccFollowNode1" presStyleIdx="3" presStyleCnt="15"/>
      <dgm:spPr/>
    </dgm:pt>
    <dgm:pt modelId="{10445F5A-1FE4-4073-AA2A-988D318AD443}" type="pres">
      <dgm:prSet presAssocID="{EC4AE361-9E7F-4FFD-84BB-0FCEA106FD5C}" presName="lineArrowNode" presStyleLbl="alignAccFollowNode1" presStyleIdx="4" presStyleCnt="15"/>
      <dgm:spPr/>
    </dgm:pt>
    <dgm:pt modelId="{36DC12DA-3E31-4BB6-AEDB-488F36F1D7C3}" type="pres">
      <dgm:prSet presAssocID="{511416BC-66C1-4AB9-8C41-93C1C4DDD457}" presName="sibTransNodeCircle" presStyleLbl="alignNode1" presStyleIdx="1" presStyleCnt="5">
        <dgm:presLayoutVars>
          <dgm:chMax val="0"/>
          <dgm:bulletEnabled/>
        </dgm:presLayoutVars>
      </dgm:prSet>
      <dgm:spPr/>
    </dgm:pt>
    <dgm:pt modelId="{93A35309-D49D-485F-B700-B2128D5DCFA6}" type="pres">
      <dgm:prSet presAssocID="{511416BC-66C1-4AB9-8C41-93C1C4DDD457}" presName="spacerBetweenCircleAndCallout" presStyleCnt="0">
        <dgm:presLayoutVars/>
      </dgm:prSet>
      <dgm:spPr/>
    </dgm:pt>
    <dgm:pt modelId="{43CA28F9-EB4A-4919-A650-FBF7541C1295}" type="pres">
      <dgm:prSet presAssocID="{EC4AE361-9E7F-4FFD-84BB-0FCEA106FD5C}" presName="nodeText" presStyleLbl="alignAccFollowNode1" presStyleIdx="5" presStyleCnt="15">
        <dgm:presLayoutVars>
          <dgm:bulletEnabled val="1"/>
        </dgm:presLayoutVars>
      </dgm:prSet>
      <dgm:spPr/>
    </dgm:pt>
    <dgm:pt modelId="{8E041432-7789-40DF-805A-7DDCFEC73B22}" type="pres">
      <dgm:prSet presAssocID="{511416BC-66C1-4AB9-8C41-93C1C4DDD457}" presName="sibTransComposite" presStyleCnt="0"/>
      <dgm:spPr/>
    </dgm:pt>
    <dgm:pt modelId="{7A92A9BD-5C0B-4AC0-A343-FCA86CF88177}" type="pres">
      <dgm:prSet presAssocID="{0D725C27-DE29-44D1-8F64-C75EFB8CE089}" presName="compositeNode" presStyleCnt="0"/>
      <dgm:spPr/>
    </dgm:pt>
    <dgm:pt modelId="{0FC0E924-63D8-40AB-86B2-03347DFAF5BD}" type="pres">
      <dgm:prSet presAssocID="{0D725C27-DE29-44D1-8F64-C75EFB8CE089}" presName="parTx" presStyleLbl="node1" presStyleIdx="0" presStyleCnt="0">
        <dgm:presLayoutVars>
          <dgm:chMax val="0"/>
          <dgm:chPref val="0"/>
          <dgm:bulletEnabled val="1"/>
        </dgm:presLayoutVars>
      </dgm:prSet>
      <dgm:spPr/>
    </dgm:pt>
    <dgm:pt modelId="{17BF5265-3B98-4A8C-B88C-7BC97F0B5A7F}" type="pres">
      <dgm:prSet presAssocID="{0D725C27-DE29-44D1-8F64-C75EFB8CE089}" presName="parSh" presStyleCnt="0"/>
      <dgm:spPr/>
    </dgm:pt>
    <dgm:pt modelId="{373F0590-413D-4FB3-981F-64532ED153E9}" type="pres">
      <dgm:prSet presAssocID="{0D725C27-DE29-44D1-8F64-C75EFB8CE089}" presName="lineNode" presStyleLbl="alignAccFollowNode1" presStyleIdx="6" presStyleCnt="15"/>
      <dgm:spPr/>
    </dgm:pt>
    <dgm:pt modelId="{776FCC49-69E7-46F6-9BD0-18FDE55B3EFF}" type="pres">
      <dgm:prSet presAssocID="{0D725C27-DE29-44D1-8F64-C75EFB8CE089}" presName="lineArrowNode" presStyleLbl="alignAccFollowNode1" presStyleIdx="7" presStyleCnt="15"/>
      <dgm:spPr/>
    </dgm:pt>
    <dgm:pt modelId="{3B1EED04-1537-4D9A-B95B-EA18ED4AC4D7}" type="pres">
      <dgm:prSet presAssocID="{9B2FC75A-26F2-488C-A15F-3EB78D76F71E}" presName="sibTransNodeCircle" presStyleLbl="alignNode1" presStyleIdx="2" presStyleCnt="5">
        <dgm:presLayoutVars>
          <dgm:chMax val="0"/>
          <dgm:bulletEnabled/>
        </dgm:presLayoutVars>
      </dgm:prSet>
      <dgm:spPr/>
    </dgm:pt>
    <dgm:pt modelId="{56035E80-EC8D-446F-A6DF-2D3152B6F8D6}" type="pres">
      <dgm:prSet presAssocID="{9B2FC75A-26F2-488C-A15F-3EB78D76F71E}" presName="spacerBetweenCircleAndCallout" presStyleCnt="0">
        <dgm:presLayoutVars/>
      </dgm:prSet>
      <dgm:spPr/>
    </dgm:pt>
    <dgm:pt modelId="{9BB2D6EE-9898-444C-A343-2B2823A0DBDF}" type="pres">
      <dgm:prSet presAssocID="{0D725C27-DE29-44D1-8F64-C75EFB8CE089}" presName="nodeText" presStyleLbl="alignAccFollowNode1" presStyleIdx="8" presStyleCnt="15">
        <dgm:presLayoutVars>
          <dgm:bulletEnabled val="1"/>
        </dgm:presLayoutVars>
      </dgm:prSet>
      <dgm:spPr/>
    </dgm:pt>
    <dgm:pt modelId="{2D314A4A-B050-4E86-904D-CEA1F98084B5}" type="pres">
      <dgm:prSet presAssocID="{9B2FC75A-26F2-488C-A15F-3EB78D76F71E}" presName="sibTransComposite" presStyleCnt="0"/>
      <dgm:spPr/>
    </dgm:pt>
    <dgm:pt modelId="{21FFFF5A-DBDF-4840-8F9D-A60047BDC32D}" type="pres">
      <dgm:prSet presAssocID="{DADF285D-6078-49B7-B98D-03D0E1865BA3}" presName="compositeNode" presStyleCnt="0"/>
      <dgm:spPr/>
    </dgm:pt>
    <dgm:pt modelId="{A3CC3BD9-672D-494E-9345-48B1C069824F}" type="pres">
      <dgm:prSet presAssocID="{DADF285D-6078-49B7-B98D-03D0E1865BA3}" presName="parTx" presStyleLbl="node1" presStyleIdx="0" presStyleCnt="0">
        <dgm:presLayoutVars>
          <dgm:chMax val="0"/>
          <dgm:chPref val="0"/>
          <dgm:bulletEnabled val="1"/>
        </dgm:presLayoutVars>
      </dgm:prSet>
      <dgm:spPr/>
    </dgm:pt>
    <dgm:pt modelId="{8C0586BC-B925-4E5A-8614-B9CB546ED33D}" type="pres">
      <dgm:prSet presAssocID="{DADF285D-6078-49B7-B98D-03D0E1865BA3}" presName="parSh" presStyleCnt="0"/>
      <dgm:spPr/>
    </dgm:pt>
    <dgm:pt modelId="{44AB1CFD-D707-4E42-806F-C47AF42F8586}" type="pres">
      <dgm:prSet presAssocID="{DADF285D-6078-49B7-B98D-03D0E1865BA3}" presName="lineNode" presStyleLbl="alignAccFollowNode1" presStyleIdx="9" presStyleCnt="15"/>
      <dgm:spPr/>
    </dgm:pt>
    <dgm:pt modelId="{5F5453B3-5529-493A-8563-A14A826147A6}" type="pres">
      <dgm:prSet presAssocID="{DADF285D-6078-49B7-B98D-03D0E1865BA3}" presName="lineArrowNode" presStyleLbl="alignAccFollowNode1" presStyleIdx="10" presStyleCnt="15"/>
      <dgm:spPr/>
    </dgm:pt>
    <dgm:pt modelId="{A748ED83-835B-4AEB-A508-0C76098B2AFD}" type="pres">
      <dgm:prSet presAssocID="{44269613-AA2C-40E3-AC74-23ED4F578829}" presName="sibTransNodeCircle" presStyleLbl="alignNode1" presStyleIdx="3" presStyleCnt="5">
        <dgm:presLayoutVars>
          <dgm:chMax val="0"/>
          <dgm:bulletEnabled/>
        </dgm:presLayoutVars>
      </dgm:prSet>
      <dgm:spPr/>
    </dgm:pt>
    <dgm:pt modelId="{A3A04927-06E1-4A26-BC34-8038C60DB63E}" type="pres">
      <dgm:prSet presAssocID="{44269613-AA2C-40E3-AC74-23ED4F578829}" presName="spacerBetweenCircleAndCallout" presStyleCnt="0">
        <dgm:presLayoutVars/>
      </dgm:prSet>
      <dgm:spPr/>
    </dgm:pt>
    <dgm:pt modelId="{2351FC47-3FCE-4E0F-AF19-813EBEFEFC73}" type="pres">
      <dgm:prSet presAssocID="{DADF285D-6078-49B7-B98D-03D0E1865BA3}" presName="nodeText" presStyleLbl="alignAccFollowNode1" presStyleIdx="11" presStyleCnt="15">
        <dgm:presLayoutVars>
          <dgm:bulletEnabled val="1"/>
        </dgm:presLayoutVars>
      </dgm:prSet>
      <dgm:spPr/>
    </dgm:pt>
    <dgm:pt modelId="{91923188-E8D1-4303-A300-9A595D39D25A}" type="pres">
      <dgm:prSet presAssocID="{44269613-AA2C-40E3-AC74-23ED4F578829}" presName="sibTransComposite" presStyleCnt="0"/>
      <dgm:spPr/>
    </dgm:pt>
    <dgm:pt modelId="{685C2EC5-BCB9-4AE1-A33A-06B4C02AA9B5}" type="pres">
      <dgm:prSet presAssocID="{774AE6E2-E07F-4A13-83D0-C5167D15387E}" presName="compositeNode" presStyleCnt="0"/>
      <dgm:spPr/>
    </dgm:pt>
    <dgm:pt modelId="{48606E35-A8E5-4898-9297-96F43DBAEE34}" type="pres">
      <dgm:prSet presAssocID="{774AE6E2-E07F-4A13-83D0-C5167D15387E}" presName="parTx" presStyleLbl="node1" presStyleIdx="0" presStyleCnt="0">
        <dgm:presLayoutVars>
          <dgm:chMax val="0"/>
          <dgm:chPref val="0"/>
          <dgm:bulletEnabled val="1"/>
        </dgm:presLayoutVars>
      </dgm:prSet>
      <dgm:spPr/>
    </dgm:pt>
    <dgm:pt modelId="{F5FBF6A5-2497-4E24-82AA-71D6F9C6A330}" type="pres">
      <dgm:prSet presAssocID="{774AE6E2-E07F-4A13-83D0-C5167D15387E}" presName="parSh" presStyleCnt="0"/>
      <dgm:spPr/>
    </dgm:pt>
    <dgm:pt modelId="{A8E0B422-227A-4E40-94DE-AA6FFF8A45C2}" type="pres">
      <dgm:prSet presAssocID="{774AE6E2-E07F-4A13-83D0-C5167D15387E}" presName="lineNode" presStyleLbl="alignAccFollowNode1" presStyleIdx="12" presStyleCnt="15"/>
      <dgm:spPr/>
    </dgm:pt>
    <dgm:pt modelId="{02A852CA-676E-4887-A83C-77BB8C97A4BB}" type="pres">
      <dgm:prSet presAssocID="{774AE6E2-E07F-4A13-83D0-C5167D15387E}" presName="lineArrowNode" presStyleLbl="alignAccFollowNode1" presStyleIdx="13" presStyleCnt="15"/>
      <dgm:spPr/>
    </dgm:pt>
    <dgm:pt modelId="{598CA97F-BD9A-450F-A634-63AAA2CB0539}" type="pres">
      <dgm:prSet presAssocID="{F711E51E-D5EC-415E-81F4-D77D583188E1}" presName="sibTransNodeCircle" presStyleLbl="alignNode1" presStyleIdx="4" presStyleCnt="5">
        <dgm:presLayoutVars>
          <dgm:chMax val="0"/>
          <dgm:bulletEnabled/>
        </dgm:presLayoutVars>
      </dgm:prSet>
      <dgm:spPr/>
    </dgm:pt>
    <dgm:pt modelId="{7D752A42-6DB9-4B5D-A541-DDF15E315532}" type="pres">
      <dgm:prSet presAssocID="{F711E51E-D5EC-415E-81F4-D77D583188E1}" presName="spacerBetweenCircleAndCallout" presStyleCnt="0">
        <dgm:presLayoutVars/>
      </dgm:prSet>
      <dgm:spPr/>
    </dgm:pt>
    <dgm:pt modelId="{16DFAE56-BE72-42E9-BB4B-996E6EC56299}" type="pres">
      <dgm:prSet presAssocID="{774AE6E2-E07F-4A13-83D0-C5167D15387E}" presName="nodeText" presStyleLbl="alignAccFollowNode1" presStyleIdx="14" presStyleCnt="15">
        <dgm:presLayoutVars>
          <dgm:bulletEnabled val="1"/>
        </dgm:presLayoutVars>
      </dgm:prSet>
      <dgm:spPr/>
    </dgm:pt>
  </dgm:ptLst>
  <dgm:cxnLst>
    <dgm:cxn modelId="{F081E813-B499-45E0-9D4C-FE91F3AEFD37}" srcId="{F3BAE3D4-3041-459F-898C-C16A55065094}" destId="{EC4AE361-9E7F-4FFD-84BB-0FCEA106FD5C}" srcOrd="1" destOrd="0" parTransId="{96C7E21C-CCC4-4DBE-8D05-6262DFF8CCBA}" sibTransId="{511416BC-66C1-4AB9-8C41-93C1C4DDD457}"/>
    <dgm:cxn modelId="{BA23A419-BE1D-48A2-8B5D-4AA7410764D1}" type="presOf" srcId="{EC4AE361-9E7F-4FFD-84BB-0FCEA106FD5C}" destId="{43CA28F9-EB4A-4919-A650-FBF7541C1295}" srcOrd="0" destOrd="0" presId="urn:microsoft.com/office/officeart/2016/7/layout/LinearArrowProcessNumbered"/>
    <dgm:cxn modelId="{2C9E5525-B8CF-4B7A-B766-38B0B08CC023}" type="presOf" srcId="{4D50DE41-B2A4-49CB-9B31-0D18E839DD36}" destId="{ADA2E19A-E56D-4002-B305-E6A7F1F1BBF7}" srcOrd="0" destOrd="0" presId="urn:microsoft.com/office/officeart/2016/7/layout/LinearArrowProcessNumbered"/>
    <dgm:cxn modelId="{0493956C-EF1D-445B-8C60-D810AB172619}" type="presOf" srcId="{9B2FC75A-26F2-488C-A15F-3EB78D76F71E}" destId="{3B1EED04-1537-4D9A-B95B-EA18ED4AC4D7}" srcOrd="0" destOrd="0" presId="urn:microsoft.com/office/officeart/2016/7/layout/LinearArrowProcessNumbered"/>
    <dgm:cxn modelId="{8BB30850-2F7F-4CBA-8D7B-7E67F0D1DF43}" type="presOf" srcId="{511416BC-66C1-4AB9-8C41-93C1C4DDD457}" destId="{36DC12DA-3E31-4BB6-AEDB-488F36F1D7C3}" srcOrd="0" destOrd="0" presId="urn:microsoft.com/office/officeart/2016/7/layout/LinearArrowProcessNumbered"/>
    <dgm:cxn modelId="{03BEA471-8FF4-4716-9F21-2AD84919F807}" type="presOf" srcId="{0D725C27-DE29-44D1-8F64-C75EFB8CE089}" destId="{9BB2D6EE-9898-444C-A343-2B2823A0DBDF}" srcOrd="0" destOrd="0" presId="urn:microsoft.com/office/officeart/2016/7/layout/LinearArrowProcessNumbered"/>
    <dgm:cxn modelId="{7FC08089-8A20-4DF9-8B68-6DEEEE2FCFE7}" type="presOf" srcId="{44269613-AA2C-40E3-AC74-23ED4F578829}" destId="{A748ED83-835B-4AEB-A508-0C76098B2AFD}" srcOrd="0" destOrd="0" presId="urn:microsoft.com/office/officeart/2016/7/layout/LinearArrowProcessNumbered"/>
    <dgm:cxn modelId="{5BC2F3B9-08C1-4721-AFE8-24FFB0E95C41}" type="presOf" srcId="{DADF285D-6078-49B7-B98D-03D0E1865BA3}" destId="{2351FC47-3FCE-4E0F-AF19-813EBEFEFC73}" srcOrd="0" destOrd="0" presId="urn:microsoft.com/office/officeart/2016/7/layout/LinearArrowProcessNumbered"/>
    <dgm:cxn modelId="{A0655DC0-9EEA-47E9-81C4-F4BE858D9020}" srcId="{F3BAE3D4-3041-459F-898C-C16A55065094}" destId="{135B31AF-D668-4880-8A6D-F47A49388CF5}" srcOrd="0" destOrd="0" parTransId="{AC815646-34E9-4BC5-85EA-CA9D4F6EF67C}" sibTransId="{4D50DE41-B2A4-49CB-9B31-0D18E839DD36}"/>
    <dgm:cxn modelId="{BBA44FC7-DDAF-4E21-BA21-895FBBE6E936}" srcId="{F3BAE3D4-3041-459F-898C-C16A55065094}" destId="{0D725C27-DE29-44D1-8F64-C75EFB8CE089}" srcOrd="2" destOrd="0" parTransId="{265AD0DC-2BBB-48FF-8CD5-8DD3458804C5}" sibTransId="{9B2FC75A-26F2-488C-A15F-3EB78D76F71E}"/>
    <dgm:cxn modelId="{000E62D2-2311-4384-93F1-2192FF1D1DD5}" type="presOf" srcId="{774AE6E2-E07F-4A13-83D0-C5167D15387E}" destId="{16DFAE56-BE72-42E9-BB4B-996E6EC56299}" srcOrd="0" destOrd="0" presId="urn:microsoft.com/office/officeart/2016/7/layout/LinearArrowProcessNumbered"/>
    <dgm:cxn modelId="{D3AE66D6-0243-4A11-99FD-680CAE5C4031}" type="presOf" srcId="{135B31AF-D668-4880-8A6D-F47A49388CF5}" destId="{CBC1226E-8012-4ED3-89DC-565943D598AF}" srcOrd="0" destOrd="0" presId="urn:microsoft.com/office/officeart/2016/7/layout/LinearArrowProcessNumbered"/>
    <dgm:cxn modelId="{EEBE4DDA-9548-4F82-894B-6F649BC3C6E7}" type="presOf" srcId="{F711E51E-D5EC-415E-81F4-D77D583188E1}" destId="{598CA97F-BD9A-450F-A634-63AAA2CB0539}" srcOrd="0" destOrd="0" presId="urn:microsoft.com/office/officeart/2016/7/layout/LinearArrowProcessNumbered"/>
    <dgm:cxn modelId="{2976A0DD-91B8-4BFA-A922-6CA39FBA4461}" srcId="{F3BAE3D4-3041-459F-898C-C16A55065094}" destId="{774AE6E2-E07F-4A13-83D0-C5167D15387E}" srcOrd="4" destOrd="0" parTransId="{C9B8A877-825C-4112-9351-B4860F18A1EE}" sibTransId="{F711E51E-D5EC-415E-81F4-D77D583188E1}"/>
    <dgm:cxn modelId="{14138CE0-09B1-4EC8-986A-1CA58D0D1DA5}" srcId="{F3BAE3D4-3041-459F-898C-C16A55065094}" destId="{DADF285D-6078-49B7-B98D-03D0E1865BA3}" srcOrd="3" destOrd="0" parTransId="{7CCB2C71-DB9E-457E-A6F4-6AAC9212178F}" sibTransId="{44269613-AA2C-40E3-AC74-23ED4F578829}"/>
    <dgm:cxn modelId="{30C372E1-37B8-485F-A8A0-809503284419}" type="presOf" srcId="{F3BAE3D4-3041-459F-898C-C16A55065094}" destId="{A404A009-45DA-4390-8D35-9DB1753FE17F}" srcOrd="0" destOrd="0" presId="urn:microsoft.com/office/officeart/2016/7/layout/LinearArrowProcessNumbered"/>
    <dgm:cxn modelId="{94F19AD9-95DE-41B2-BD68-14362FA42F3E}" type="presParOf" srcId="{A404A009-45DA-4390-8D35-9DB1753FE17F}" destId="{91031D89-E57B-4A8A-9441-E2B8C338DEF4}" srcOrd="0" destOrd="0" presId="urn:microsoft.com/office/officeart/2016/7/layout/LinearArrowProcessNumbered"/>
    <dgm:cxn modelId="{B7929BE3-4902-4611-B1C7-1552DC00A6C6}" type="presParOf" srcId="{91031D89-E57B-4A8A-9441-E2B8C338DEF4}" destId="{645D72DD-35B2-4AC4-AF07-1B3ECF243061}" srcOrd="0" destOrd="0" presId="urn:microsoft.com/office/officeart/2016/7/layout/LinearArrowProcessNumbered"/>
    <dgm:cxn modelId="{78F989A6-2B60-4ABF-B944-9F2722416AAB}" type="presParOf" srcId="{91031D89-E57B-4A8A-9441-E2B8C338DEF4}" destId="{2CD599A2-9865-4081-9BFC-C6C9D99382A9}" srcOrd="1" destOrd="0" presId="urn:microsoft.com/office/officeart/2016/7/layout/LinearArrowProcessNumbered"/>
    <dgm:cxn modelId="{AA7B1F89-70B0-4010-98A5-B721EAB81788}" type="presParOf" srcId="{2CD599A2-9865-4081-9BFC-C6C9D99382A9}" destId="{33B2E625-E1F3-4E24-A8D4-FE68FF5BD3A4}" srcOrd="0" destOrd="0" presId="urn:microsoft.com/office/officeart/2016/7/layout/LinearArrowProcessNumbered"/>
    <dgm:cxn modelId="{578B69C2-F73E-4538-B269-2EF519B7FDC9}" type="presParOf" srcId="{2CD599A2-9865-4081-9BFC-C6C9D99382A9}" destId="{17D67D8A-FC29-4D80-A9FA-C790CA629824}" srcOrd="1" destOrd="0" presId="urn:microsoft.com/office/officeart/2016/7/layout/LinearArrowProcessNumbered"/>
    <dgm:cxn modelId="{1AC2DF7C-7E89-4A65-93BD-43651B6A2E81}" type="presParOf" srcId="{2CD599A2-9865-4081-9BFC-C6C9D99382A9}" destId="{ADA2E19A-E56D-4002-B305-E6A7F1F1BBF7}" srcOrd="2" destOrd="0" presId="urn:microsoft.com/office/officeart/2016/7/layout/LinearArrowProcessNumbered"/>
    <dgm:cxn modelId="{8EAD0443-8121-4BA8-AF1D-311AC3983279}" type="presParOf" srcId="{2CD599A2-9865-4081-9BFC-C6C9D99382A9}" destId="{9786CDAB-1B2A-4444-88BC-23AA9EED3A6F}" srcOrd="3" destOrd="0" presId="urn:microsoft.com/office/officeart/2016/7/layout/LinearArrowProcessNumbered"/>
    <dgm:cxn modelId="{F8EBC406-59CB-480D-8898-BA95C708B4AC}" type="presParOf" srcId="{91031D89-E57B-4A8A-9441-E2B8C338DEF4}" destId="{CBC1226E-8012-4ED3-89DC-565943D598AF}" srcOrd="2" destOrd="0" presId="urn:microsoft.com/office/officeart/2016/7/layout/LinearArrowProcessNumbered"/>
    <dgm:cxn modelId="{BC499F26-993C-43E9-8981-DA3FAF33AC9E}" type="presParOf" srcId="{A404A009-45DA-4390-8D35-9DB1753FE17F}" destId="{EEC9C733-890E-49CF-B821-33F4A3B6D261}" srcOrd="1" destOrd="0" presId="urn:microsoft.com/office/officeart/2016/7/layout/LinearArrowProcessNumbered"/>
    <dgm:cxn modelId="{578A1DAC-EB2E-4BB4-A481-E5A5BB5EE93E}" type="presParOf" srcId="{A404A009-45DA-4390-8D35-9DB1753FE17F}" destId="{FDDDCB0D-1CE5-4612-ABB1-3B3F937DA4BF}" srcOrd="2" destOrd="0" presId="urn:microsoft.com/office/officeart/2016/7/layout/LinearArrowProcessNumbered"/>
    <dgm:cxn modelId="{FEDF864D-A918-46C4-A2D4-1610560665CB}" type="presParOf" srcId="{FDDDCB0D-1CE5-4612-ABB1-3B3F937DA4BF}" destId="{CFDC9972-EE96-43BC-869D-E8904DBDCEA6}" srcOrd="0" destOrd="0" presId="urn:microsoft.com/office/officeart/2016/7/layout/LinearArrowProcessNumbered"/>
    <dgm:cxn modelId="{CD047871-DF8B-44CF-8C87-8BDC721D0B17}" type="presParOf" srcId="{FDDDCB0D-1CE5-4612-ABB1-3B3F937DA4BF}" destId="{351B9125-513C-406E-8568-E3A01C6B676E}" srcOrd="1" destOrd="0" presId="urn:microsoft.com/office/officeart/2016/7/layout/LinearArrowProcessNumbered"/>
    <dgm:cxn modelId="{33DB168F-9991-4A14-8EBD-23185DEF18A7}" type="presParOf" srcId="{351B9125-513C-406E-8568-E3A01C6B676E}" destId="{4B9161EF-00F6-43D4-BFA5-7BC47D13E57F}" srcOrd="0" destOrd="0" presId="urn:microsoft.com/office/officeart/2016/7/layout/LinearArrowProcessNumbered"/>
    <dgm:cxn modelId="{0364847E-D6E6-4678-92C7-92AE71F885B5}" type="presParOf" srcId="{351B9125-513C-406E-8568-E3A01C6B676E}" destId="{10445F5A-1FE4-4073-AA2A-988D318AD443}" srcOrd="1" destOrd="0" presId="urn:microsoft.com/office/officeart/2016/7/layout/LinearArrowProcessNumbered"/>
    <dgm:cxn modelId="{45BD8947-9188-481A-818F-FB3D08EDC083}" type="presParOf" srcId="{351B9125-513C-406E-8568-E3A01C6B676E}" destId="{36DC12DA-3E31-4BB6-AEDB-488F36F1D7C3}" srcOrd="2" destOrd="0" presId="urn:microsoft.com/office/officeart/2016/7/layout/LinearArrowProcessNumbered"/>
    <dgm:cxn modelId="{F2BAFAB2-7639-4AE1-B4BE-A5A8420DAD9D}" type="presParOf" srcId="{351B9125-513C-406E-8568-E3A01C6B676E}" destId="{93A35309-D49D-485F-B700-B2128D5DCFA6}" srcOrd="3" destOrd="0" presId="urn:microsoft.com/office/officeart/2016/7/layout/LinearArrowProcessNumbered"/>
    <dgm:cxn modelId="{84A89B28-4C97-49CA-852A-786243B6B3E7}" type="presParOf" srcId="{FDDDCB0D-1CE5-4612-ABB1-3B3F937DA4BF}" destId="{43CA28F9-EB4A-4919-A650-FBF7541C1295}" srcOrd="2" destOrd="0" presId="urn:microsoft.com/office/officeart/2016/7/layout/LinearArrowProcessNumbered"/>
    <dgm:cxn modelId="{E9DC9B14-3A92-4259-94F6-899ACB5E3863}" type="presParOf" srcId="{A404A009-45DA-4390-8D35-9DB1753FE17F}" destId="{8E041432-7789-40DF-805A-7DDCFEC73B22}" srcOrd="3" destOrd="0" presId="urn:microsoft.com/office/officeart/2016/7/layout/LinearArrowProcessNumbered"/>
    <dgm:cxn modelId="{F0F56022-266E-4C58-99E9-3E23BF55F328}" type="presParOf" srcId="{A404A009-45DA-4390-8D35-9DB1753FE17F}" destId="{7A92A9BD-5C0B-4AC0-A343-FCA86CF88177}" srcOrd="4" destOrd="0" presId="urn:microsoft.com/office/officeart/2016/7/layout/LinearArrowProcessNumbered"/>
    <dgm:cxn modelId="{AD8B6D00-2FF6-4292-A535-7ADAD20DBF84}" type="presParOf" srcId="{7A92A9BD-5C0B-4AC0-A343-FCA86CF88177}" destId="{0FC0E924-63D8-40AB-86B2-03347DFAF5BD}" srcOrd="0" destOrd="0" presId="urn:microsoft.com/office/officeart/2016/7/layout/LinearArrowProcessNumbered"/>
    <dgm:cxn modelId="{30E05188-D985-4C99-8D27-F6230D3C81BF}" type="presParOf" srcId="{7A92A9BD-5C0B-4AC0-A343-FCA86CF88177}" destId="{17BF5265-3B98-4A8C-B88C-7BC97F0B5A7F}" srcOrd="1" destOrd="0" presId="urn:microsoft.com/office/officeart/2016/7/layout/LinearArrowProcessNumbered"/>
    <dgm:cxn modelId="{D06642C1-944F-4107-9A37-9C70CF557D0D}" type="presParOf" srcId="{17BF5265-3B98-4A8C-B88C-7BC97F0B5A7F}" destId="{373F0590-413D-4FB3-981F-64532ED153E9}" srcOrd="0" destOrd="0" presId="urn:microsoft.com/office/officeart/2016/7/layout/LinearArrowProcessNumbered"/>
    <dgm:cxn modelId="{27D7B49A-F074-4A5D-9554-A6B5CAF7F2A1}" type="presParOf" srcId="{17BF5265-3B98-4A8C-B88C-7BC97F0B5A7F}" destId="{776FCC49-69E7-46F6-9BD0-18FDE55B3EFF}" srcOrd="1" destOrd="0" presId="urn:microsoft.com/office/officeart/2016/7/layout/LinearArrowProcessNumbered"/>
    <dgm:cxn modelId="{97DA5FB6-3D73-4443-8837-A1342DA836FA}" type="presParOf" srcId="{17BF5265-3B98-4A8C-B88C-7BC97F0B5A7F}" destId="{3B1EED04-1537-4D9A-B95B-EA18ED4AC4D7}" srcOrd="2" destOrd="0" presId="urn:microsoft.com/office/officeart/2016/7/layout/LinearArrowProcessNumbered"/>
    <dgm:cxn modelId="{A7C3323A-D991-4264-9DD4-99470774C75E}" type="presParOf" srcId="{17BF5265-3B98-4A8C-B88C-7BC97F0B5A7F}" destId="{56035E80-EC8D-446F-A6DF-2D3152B6F8D6}" srcOrd="3" destOrd="0" presId="urn:microsoft.com/office/officeart/2016/7/layout/LinearArrowProcessNumbered"/>
    <dgm:cxn modelId="{A10A3753-CCC1-4B30-A735-4337F54A01D7}" type="presParOf" srcId="{7A92A9BD-5C0B-4AC0-A343-FCA86CF88177}" destId="{9BB2D6EE-9898-444C-A343-2B2823A0DBDF}" srcOrd="2" destOrd="0" presId="urn:microsoft.com/office/officeart/2016/7/layout/LinearArrowProcessNumbered"/>
    <dgm:cxn modelId="{EBD6DA00-7942-4AA1-BF4F-D44481061721}" type="presParOf" srcId="{A404A009-45DA-4390-8D35-9DB1753FE17F}" destId="{2D314A4A-B050-4E86-904D-CEA1F98084B5}" srcOrd="5" destOrd="0" presId="urn:microsoft.com/office/officeart/2016/7/layout/LinearArrowProcessNumbered"/>
    <dgm:cxn modelId="{D48D3DC6-72E7-42AB-8E04-9D6C3D4F429E}" type="presParOf" srcId="{A404A009-45DA-4390-8D35-9DB1753FE17F}" destId="{21FFFF5A-DBDF-4840-8F9D-A60047BDC32D}" srcOrd="6" destOrd="0" presId="urn:microsoft.com/office/officeart/2016/7/layout/LinearArrowProcessNumbered"/>
    <dgm:cxn modelId="{AA642897-B7A2-4795-B6C9-07CCF2FF5742}" type="presParOf" srcId="{21FFFF5A-DBDF-4840-8F9D-A60047BDC32D}" destId="{A3CC3BD9-672D-494E-9345-48B1C069824F}" srcOrd="0" destOrd="0" presId="urn:microsoft.com/office/officeart/2016/7/layout/LinearArrowProcessNumbered"/>
    <dgm:cxn modelId="{87A8BAF3-4DF6-44CF-9011-A4FF8F98E5A8}" type="presParOf" srcId="{21FFFF5A-DBDF-4840-8F9D-A60047BDC32D}" destId="{8C0586BC-B925-4E5A-8614-B9CB546ED33D}" srcOrd="1" destOrd="0" presId="urn:microsoft.com/office/officeart/2016/7/layout/LinearArrowProcessNumbered"/>
    <dgm:cxn modelId="{C03BC208-B636-4D77-B226-BA6F14C11B3E}" type="presParOf" srcId="{8C0586BC-B925-4E5A-8614-B9CB546ED33D}" destId="{44AB1CFD-D707-4E42-806F-C47AF42F8586}" srcOrd="0" destOrd="0" presId="urn:microsoft.com/office/officeart/2016/7/layout/LinearArrowProcessNumbered"/>
    <dgm:cxn modelId="{892C780D-9B09-4A94-A0E2-7CD50E2436B8}" type="presParOf" srcId="{8C0586BC-B925-4E5A-8614-B9CB546ED33D}" destId="{5F5453B3-5529-493A-8563-A14A826147A6}" srcOrd="1" destOrd="0" presId="urn:microsoft.com/office/officeart/2016/7/layout/LinearArrowProcessNumbered"/>
    <dgm:cxn modelId="{348F5943-0CA6-4AC7-BD2D-10E35D2B4F21}" type="presParOf" srcId="{8C0586BC-B925-4E5A-8614-B9CB546ED33D}" destId="{A748ED83-835B-4AEB-A508-0C76098B2AFD}" srcOrd="2" destOrd="0" presId="urn:microsoft.com/office/officeart/2016/7/layout/LinearArrowProcessNumbered"/>
    <dgm:cxn modelId="{9601A6AB-38A7-4737-A211-4DE475977F74}" type="presParOf" srcId="{8C0586BC-B925-4E5A-8614-B9CB546ED33D}" destId="{A3A04927-06E1-4A26-BC34-8038C60DB63E}" srcOrd="3" destOrd="0" presId="urn:microsoft.com/office/officeart/2016/7/layout/LinearArrowProcessNumbered"/>
    <dgm:cxn modelId="{98A02496-F602-41C4-A169-7337A3C826B8}" type="presParOf" srcId="{21FFFF5A-DBDF-4840-8F9D-A60047BDC32D}" destId="{2351FC47-3FCE-4E0F-AF19-813EBEFEFC73}" srcOrd="2" destOrd="0" presId="urn:microsoft.com/office/officeart/2016/7/layout/LinearArrowProcessNumbered"/>
    <dgm:cxn modelId="{B1611D23-EFD7-4816-A6DC-FD8AF37B91D3}" type="presParOf" srcId="{A404A009-45DA-4390-8D35-9DB1753FE17F}" destId="{91923188-E8D1-4303-A300-9A595D39D25A}" srcOrd="7" destOrd="0" presId="urn:microsoft.com/office/officeart/2016/7/layout/LinearArrowProcessNumbered"/>
    <dgm:cxn modelId="{E151D77D-3ACB-4CA8-BCA6-7FC2A1DD6D0B}" type="presParOf" srcId="{A404A009-45DA-4390-8D35-9DB1753FE17F}" destId="{685C2EC5-BCB9-4AE1-A33A-06B4C02AA9B5}" srcOrd="8" destOrd="0" presId="urn:microsoft.com/office/officeart/2016/7/layout/LinearArrowProcessNumbered"/>
    <dgm:cxn modelId="{34E01AA7-F11E-416A-A59F-15DBC6A0F67C}" type="presParOf" srcId="{685C2EC5-BCB9-4AE1-A33A-06B4C02AA9B5}" destId="{48606E35-A8E5-4898-9297-96F43DBAEE34}" srcOrd="0" destOrd="0" presId="urn:microsoft.com/office/officeart/2016/7/layout/LinearArrowProcessNumbered"/>
    <dgm:cxn modelId="{917E2511-BE3F-4E74-865B-B08F209317E0}" type="presParOf" srcId="{685C2EC5-BCB9-4AE1-A33A-06B4C02AA9B5}" destId="{F5FBF6A5-2497-4E24-82AA-71D6F9C6A330}" srcOrd="1" destOrd="0" presId="urn:microsoft.com/office/officeart/2016/7/layout/LinearArrowProcessNumbered"/>
    <dgm:cxn modelId="{DEDB74D4-47C8-4742-902D-B5F46B4C4A1D}" type="presParOf" srcId="{F5FBF6A5-2497-4E24-82AA-71D6F9C6A330}" destId="{A8E0B422-227A-4E40-94DE-AA6FFF8A45C2}" srcOrd="0" destOrd="0" presId="urn:microsoft.com/office/officeart/2016/7/layout/LinearArrowProcessNumbered"/>
    <dgm:cxn modelId="{8A3D1F62-A50E-42BF-B741-E57E8D81A761}" type="presParOf" srcId="{F5FBF6A5-2497-4E24-82AA-71D6F9C6A330}" destId="{02A852CA-676E-4887-A83C-77BB8C97A4BB}" srcOrd="1" destOrd="0" presId="urn:microsoft.com/office/officeart/2016/7/layout/LinearArrowProcessNumbered"/>
    <dgm:cxn modelId="{ACEB0A67-8904-4E0B-86DE-BFFD87F193E5}" type="presParOf" srcId="{F5FBF6A5-2497-4E24-82AA-71D6F9C6A330}" destId="{598CA97F-BD9A-450F-A634-63AAA2CB0539}" srcOrd="2" destOrd="0" presId="urn:microsoft.com/office/officeart/2016/7/layout/LinearArrowProcessNumbered"/>
    <dgm:cxn modelId="{3F729F10-9F1D-4A4E-9FF0-94503AE181A8}" type="presParOf" srcId="{F5FBF6A5-2497-4E24-82AA-71D6F9C6A330}" destId="{7D752A42-6DB9-4B5D-A541-DDF15E315532}" srcOrd="3" destOrd="0" presId="urn:microsoft.com/office/officeart/2016/7/layout/LinearArrowProcessNumbered"/>
    <dgm:cxn modelId="{E3B9E193-EC30-4043-AEB8-3078F08A0B6A}" type="presParOf" srcId="{685C2EC5-BCB9-4AE1-A33A-06B4C02AA9B5}" destId="{16DFAE56-BE72-42E9-BB4B-996E6EC56299}"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F6EF800-FA6E-4838-AED3-4F99BBBCB2F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4C9AD2EE-5F95-4EC5-8939-0F4A2D9FBE73}">
      <dgm:prSet/>
      <dgm:spPr/>
      <dgm:t>
        <a:bodyPr/>
        <a:lstStyle/>
        <a:p>
          <a:pPr>
            <a:lnSpc>
              <a:spcPct val="100000"/>
            </a:lnSpc>
          </a:pPr>
          <a:r>
            <a:rPr lang="fr-FR" b="1" i="0"/>
            <a:t>Évaluation des besoins et objectifs</a:t>
          </a:r>
          <a:r>
            <a:rPr lang="fr-FR" b="0" i="0"/>
            <a:t> : Identifier les domaines clés à transformer, définir les objectifs commerciaux et technologiques de la transformation.</a:t>
          </a:r>
          <a:endParaRPr lang="en-US"/>
        </a:p>
      </dgm:t>
    </dgm:pt>
    <dgm:pt modelId="{E29CD8D0-D16B-4921-A430-0B2B7EF01C36}" type="parTrans" cxnId="{7233E3F8-B353-44F9-BDD7-9D4163D95D07}">
      <dgm:prSet/>
      <dgm:spPr/>
      <dgm:t>
        <a:bodyPr/>
        <a:lstStyle/>
        <a:p>
          <a:endParaRPr lang="en-US"/>
        </a:p>
      </dgm:t>
    </dgm:pt>
    <dgm:pt modelId="{738E59CF-F8DF-488A-9A9B-FE9033A973C9}" type="sibTrans" cxnId="{7233E3F8-B353-44F9-BDD7-9D4163D95D07}">
      <dgm:prSet/>
      <dgm:spPr/>
      <dgm:t>
        <a:bodyPr/>
        <a:lstStyle/>
        <a:p>
          <a:endParaRPr lang="en-US"/>
        </a:p>
      </dgm:t>
    </dgm:pt>
    <dgm:pt modelId="{05C4DE8D-399A-4A94-95A3-4EFCD0B4E41A}">
      <dgm:prSet/>
      <dgm:spPr/>
      <dgm:t>
        <a:bodyPr/>
        <a:lstStyle/>
        <a:p>
          <a:pPr>
            <a:lnSpc>
              <a:spcPct val="100000"/>
            </a:lnSpc>
          </a:pPr>
          <a:r>
            <a:rPr lang="fr-FR" b="1" i="0"/>
            <a:t>Sélection des technologies</a:t>
          </a:r>
          <a:r>
            <a:rPr lang="fr-FR" b="0" i="0"/>
            <a:t> : Choisir les technologies appropriées en fonction des besoins de Testa, en mettant l'accent sur l'automatisation, l'analyse des données et l'expérience client.</a:t>
          </a:r>
          <a:endParaRPr lang="en-US"/>
        </a:p>
      </dgm:t>
    </dgm:pt>
    <dgm:pt modelId="{0F488FDE-9522-4B38-B55C-DE5F1EC84924}" type="parTrans" cxnId="{280C5D98-88D1-47C3-89D0-7C17568E07A3}">
      <dgm:prSet/>
      <dgm:spPr/>
      <dgm:t>
        <a:bodyPr/>
        <a:lstStyle/>
        <a:p>
          <a:endParaRPr lang="en-US"/>
        </a:p>
      </dgm:t>
    </dgm:pt>
    <dgm:pt modelId="{0E899072-239C-40DB-95D7-D58FC384BB92}" type="sibTrans" cxnId="{280C5D98-88D1-47C3-89D0-7C17568E07A3}">
      <dgm:prSet/>
      <dgm:spPr/>
      <dgm:t>
        <a:bodyPr/>
        <a:lstStyle/>
        <a:p>
          <a:endParaRPr lang="en-US"/>
        </a:p>
      </dgm:t>
    </dgm:pt>
    <dgm:pt modelId="{82F5DF6B-DD74-4BF0-92B8-19BC230588C0}">
      <dgm:prSet/>
      <dgm:spPr/>
      <dgm:t>
        <a:bodyPr/>
        <a:lstStyle/>
        <a:p>
          <a:pPr>
            <a:lnSpc>
              <a:spcPct val="100000"/>
            </a:lnSpc>
          </a:pPr>
          <a:r>
            <a:rPr lang="fr-FR" b="1" i="0"/>
            <a:t>Conception et développement</a:t>
          </a:r>
          <a:r>
            <a:rPr lang="fr-FR" b="0" i="0"/>
            <a:t> : Élaborer des solutions numériques sur mesure, en intégrant les processus métier, les données et les technologies pour répondre aux besoins spécifiques de Testa.</a:t>
          </a:r>
          <a:endParaRPr lang="en-US"/>
        </a:p>
      </dgm:t>
    </dgm:pt>
    <dgm:pt modelId="{167048B7-8B0B-4C28-82FE-BC41DDB82384}" type="parTrans" cxnId="{7F569267-BE43-4B58-B7C3-E9E4E9D969D5}">
      <dgm:prSet/>
      <dgm:spPr/>
      <dgm:t>
        <a:bodyPr/>
        <a:lstStyle/>
        <a:p>
          <a:endParaRPr lang="en-US"/>
        </a:p>
      </dgm:t>
    </dgm:pt>
    <dgm:pt modelId="{AEE3D6EF-77AD-4572-9DE2-7E0E29AC3C95}" type="sibTrans" cxnId="{7F569267-BE43-4B58-B7C3-E9E4E9D969D5}">
      <dgm:prSet/>
      <dgm:spPr/>
      <dgm:t>
        <a:bodyPr/>
        <a:lstStyle/>
        <a:p>
          <a:endParaRPr lang="en-US"/>
        </a:p>
      </dgm:t>
    </dgm:pt>
    <dgm:pt modelId="{BEDD1EB8-E99A-4D0C-AB2C-F06BBBC8BDB4}">
      <dgm:prSet/>
      <dgm:spPr/>
      <dgm:t>
        <a:bodyPr/>
        <a:lstStyle/>
        <a:p>
          <a:pPr>
            <a:lnSpc>
              <a:spcPct val="100000"/>
            </a:lnSpc>
          </a:pPr>
          <a:r>
            <a:rPr lang="fr-FR" b="1" i="0"/>
            <a:t>Implémentation et déploiement</a:t>
          </a:r>
          <a:r>
            <a:rPr lang="fr-FR" b="0" i="0"/>
            <a:t> : Mettre en œuvre les solutions numériques de manière progressive, en assurant une transition fluide et une adoption efficace par les équipes.</a:t>
          </a:r>
          <a:endParaRPr lang="en-US"/>
        </a:p>
      </dgm:t>
    </dgm:pt>
    <dgm:pt modelId="{08411095-5D2C-4BB6-BC35-A23E9936F99C}" type="parTrans" cxnId="{364D522F-DFB3-49EA-80DF-6039476EED98}">
      <dgm:prSet/>
      <dgm:spPr/>
      <dgm:t>
        <a:bodyPr/>
        <a:lstStyle/>
        <a:p>
          <a:endParaRPr lang="en-US"/>
        </a:p>
      </dgm:t>
    </dgm:pt>
    <dgm:pt modelId="{E73F0388-6D38-4621-9E7F-C4C6EEA6C6B6}" type="sibTrans" cxnId="{364D522F-DFB3-49EA-80DF-6039476EED98}">
      <dgm:prSet/>
      <dgm:spPr/>
      <dgm:t>
        <a:bodyPr/>
        <a:lstStyle/>
        <a:p>
          <a:endParaRPr lang="en-US"/>
        </a:p>
      </dgm:t>
    </dgm:pt>
    <dgm:pt modelId="{C4DF8F91-55FC-4B20-9DE5-BA3DC47A163D}">
      <dgm:prSet/>
      <dgm:spPr/>
      <dgm:t>
        <a:bodyPr/>
        <a:lstStyle/>
        <a:p>
          <a:pPr>
            <a:lnSpc>
              <a:spcPct val="100000"/>
            </a:lnSpc>
          </a:pPr>
          <a:r>
            <a:rPr lang="fr-FR" b="1" i="0"/>
            <a:t>Formation et accompagnement</a:t>
          </a:r>
          <a:r>
            <a:rPr lang="fr-FR" b="0" i="0"/>
            <a:t> : Former les collaborateurs aux nouvelles technologies, accompagner le changement organisationnel et favoriser l'adoption des nouveaux processus.</a:t>
          </a:r>
          <a:endParaRPr lang="en-US"/>
        </a:p>
      </dgm:t>
    </dgm:pt>
    <dgm:pt modelId="{E2200397-CB3B-4623-9BA1-DB1073BA0776}" type="parTrans" cxnId="{D41F49C3-773D-4A44-B8A2-6504CC814801}">
      <dgm:prSet/>
      <dgm:spPr/>
      <dgm:t>
        <a:bodyPr/>
        <a:lstStyle/>
        <a:p>
          <a:endParaRPr lang="en-US"/>
        </a:p>
      </dgm:t>
    </dgm:pt>
    <dgm:pt modelId="{BFACE6A8-3B94-420B-9DDA-31AF72D83FED}" type="sibTrans" cxnId="{D41F49C3-773D-4A44-B8A2-6504CC814801}">
      <dgm:prSet/>
      <dgm:spPr/>
      <dgm:t>
        <a:bodyPr/>
        <a:lstStyle/>
        <a:p>
          <a:endParaRPr lang="en-US"/>
        </a:p>
      </dgm:t>
    </dgm:pt>
    <dgm:pt modelId="{6FEA5012-D4FC-4878-B7CE-BDB715C64112}">
      <dgm:prSet/>
      <dgm:spPr/>
      <dgm:t>
        <a:bodyPr/>
        <a:lstStyle/>
        <a:p>
          <a:pPr>
            <a:lnSpc>
              <a:spcPct val="100000"/>
            </a:lnSpc>
          </a:pPr>
          <a:r>
            <a:rPr lang="fr-FR" b="1" i="0"/>
            <a:t>Évaluation et ajustement</a:t>
          </a:r>
          <a:r>
            <a:rPr lang="fr-FR" b="0" i="0"/>
            <a:t> : Évaluer régulièrement les progrès, mesurer les résultats par rapport aux objectifs fixés et ajuster le plan de transformation en fonction des retours d'expérience.</a:t>
          </a:r>
          <a:endParaRPr lang="en-US"/>
        </a:p>
      </dgm:t>
    </dgm:pt>
    <dgm:pt modelId="{39861A3B-C8A9-4AD7-B9E0-6CBC0A493F4B}" type="parTrans" cxnId="{3357EE9F-88B7-46B2-BCB7-3329124AC4FB}">
      <dgm:prSet/>
      <dgm:spPr/>
      <dgm:t>
        <a:bodyPr/>
        <a:lstStyle/>
        <a:p>
          <a:endParaRPr lang="en-US"/>
        </a:p>
      </dgm:t>
    </dgm:pt>
    <dgm:pt modelId="{CCD5BE44-0C41-4A35-AC94-189CA7B6C668}" type="sibTrans" cxnId="{3357EE9F-88B7-46B2-BCB7-3329124AC4FB}">
      <dgm:prSet/>
      <dgm:spPr/>
      <dgm:t>
        <a:bodyPr/>
        <a:lstStyle/>
        <a:p>
          <a:endParaRPr lang="en-US"/>
        </a:p>
      </dgm:t>
    </dgm:pt>
    <dgm:pt modelId="{96D27FA4-D429-4FA5-AC7E-19539F2D4ACA}" type="pres">
      <dgm:prSet presAssocID="{0F6EF800-FA6E-4838-AED3-4F99BBBCB2F3}" presName="root" presStyleCnt="0">
        <dgm:presLayoutVars>
          <dgm:dir/>
          <dgm:resizeHandles val="exact"/>
        </dgm:presLayoutVars>
      </dgm:prSet>
      <dgm:spPr/>
    </dgm:pt>
    <dgm:pt modelId="{533D3568-15BC-4CBB-A554-90E476ED049A}" type="pres">
      <dgm:prSet presAssocID="{4C9AD2EE-5F95-4EC5-8939-0F4A2D9FBE73}" presName="compNode" presStyleCnt="0"/>
      <dgm:spPr/>
    </dgm:pt>
    <dgm:pt modelId="{E6FE2044-E45D-4E7B-BB18-65C1B22CDC68}" type="pres">
      <dgm:prSet presAssocID="{4C9AD2EE-5F95-4EC5-8939-0F4A2D9FBE7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Key"/>
        </a:ext>
      </dgm:extLst>
    </dgm:pt>
    <dgm:pt modelId="{D4941AB2-937B-4961-833A-066DD3CAC5D1}" type="pres">
      <dgm:prSet presAssocID="{4C9AD2EE-5F95-4EC5-8939-0F4A2D9FBE73}" presName="spaceRect" presStyleCnt="0"/>
      <dgm:spPr/>
    </dgm:pt>
    <dgm:pt modelId="{30C6B01E-A242-4DC8-B7A7-1F436A31C89D}" type="pres">
      <dgm:prSet presAssocID="{4C9AD2EE-5F95-4EC5-8939-0F4A2D9FBE73}" presName="textRect" presStyleLbl="revTx" presStyleIdx="0" presStyleCnt="6">
        <dgm:presLayoutVars>
          <dgm:chMax val="1"/>
          <dgm:chPref val="1"/>
        </dgm:presLayoutVars>
      </dgm:prSet>
      <dgm:spPr/>
    </dgm:pt>
    <dgm:pt modelId="{C1020589-7F79-4FE0-8782-2D492C9301CF}" type="pres">
      <dgm:prSet presAssocID="{738E59CF-F8DF-488A-9A9B-FE9033A973C9}" presName="sibTrans" presStyleCnt="0"/>
      <dgm:spPr/>
    </dgm:pt>
    <dgm:pt modelId="{104EBB00-455C-4642-A0E5-1BC12A1E43D8}" type="pres">
      <dgm:prSet presAssocID="{05C4DE8D-399A-4A94-95A3-4EFCD0B4E41A}" presName="compNode" presStyleCnt="0"/>
      <dgm:spPr/>
    </dgm:pt>
    <dgm:pt modelId="{D9E35B24-8973-434F-9971-AD34E3845F24}" type="pres">
      <dgm:prSet presAssocID="{05C4DE8D-399A-4A94-95A3-4EFCD0B4E41A}"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C507762F-A4BF-4509-9C54-7954F9A5EC3A}" type="pres">
      <dgm:prSet presAssocID="{05C4DE8D-399A-4A94-95A3-4EFCD0B4E41A}" presName="spaceRect" presStyleCnt="0"/>
      <dgm:spPr/>
    </dgm:pt>
    <dgm:pt modelId="{C9F40E68-485B-428E-9DF3-1D8CFC4CAA34}" type="pres">
      <dgm:prSet presAssocID="{05C4DE8D-399A-4A94-95A3-4EFCD0B4E41A}" presName="textRect" presStyleLbl="revTx" presStyleIdx="1" presStyleCnt="6">
        <dgm:presLayoutVars>
          <dgm:chMax val="1"/>
          <dgm:chPref val="1"/>
        </dgm:presLayoutVars>
      </dgm:prSet>
      <dgm:spPr/>
    </dgm:pt>
    <dgm:pt modelId="{CB572871-196F-4C8E-915F-8A7551BC9D66}" type="pres">
      <dgm:prSet presAssocID="{0E899072-239C-40DB-95D7-D58FC384BB92}" presName="sibTrans" presStyleCnt="0"/>
      <dgm:spPr/>
    </dgm:pt>
    <dgm:pt modelId="{8D57F74A-D9E5-4BA9-8168-1FA33B205E35}" type="pres">
      <dgm:prSet presAssocID="{82F5DF6B-DD74-4BF0-92B8-19BC230588C0}" presName="compNode" presStyleCnt="0"/>
      <dgm:spPr/>
    </dgm:pt>
    <dgm:pt modelId="{63B27953-16CE-46E7-A222-7242DBBD647F}" type="pres">
      <dgm:prSet presAssocID="{82F5DF6B-DD74-4BF0-92B8-19BC230588C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uler"/>
        </a:ext>
      </dgm:extLst>
    </dgm:pt>
    <dgm:pt modelId="{960FF52F-FAEE-4DF8-A118-54AA56B41CDC}" type="pres">
      <dgm:prSet presAssocID="{82F5DF6B-DD74-4BF0-92B8-19BC230588C0}" presName="spaceRect" presStyleCnt="0"/>
      <dgm:spPr/>
    </dgm:pt>
    <dgm:pt modelId="{C84611B6-D337-4778-8A20-80553FD2D2B2}" type="pres">
      <dgm:prSet presAssocID="{82F5DF6B-DD74-4BF0-92B8-19BC230588C0}" presName="textRect" presStyleLbl="revTx" presStyleIdx="2" presStyleCnt="6">
        <dgm:presLayoutVars>
          <dgm:chMax val="1"/>
          <dgm:chPref val="1"/>
        </dgm:presLayoutVars>
      </dgm:prSet>
      <dgm:spPr/>
    </dgm:pt>
    <dgm:pt modelId="{494D0645-3223-4A04-8C44-90CBFA4CFBE1}" type="pres">
      <dgm:prSet presAssocID="{AEE3D6EF-77AD-4572-9DE2-7E0E29AC3C95}" presName="sibTrans" presStyleCnt="0"/>
      <dgm:spPr/>
    </dgm:pt>
    <dgm:pt modelId="{AB4084F9-4300-413D-9492-8649C0DC61EF}" type="pres">
      <dgm:prSet presAssocID="{BEDD1EB8-E99A-4D0C-AB2C-F06BBBC8BDB4}" presName="compNode" presStyleCnt="0"/>
      <dgm:spPr/>
    </dgm:pt>
    <dgm:pt modelId="{87CBDEDD-E4A8-49E7-B28D-E60699D6930F}" type="pres">
      <dgm:prSet presAssocID="{BEDD1EB8-E99A-4D0C-AB2C-F06BBBC8BDB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Workflow"/>
        </a:ext>
      </dgm:extLst>
    </dgm:pt>
    <dgm:pt modelId="{92412090-8FF6-4A1F-A217-9E3831DA0C56}" type="pres">
      <dgm:prSet presAssocID="{BEDD1EB8-E99A-4D0C-AB2C-F06BBBC8BDB4}" presName="spaceRect" presStyleCnt="0"/>
      <dgm:spPr/>
    </dgm:pt>
    <dgm:pt modelId="{DC3B2D0F-A799-4985-97E6-88393C67C50E}" type="pres">
      <dgm:prSet presAssocID="{BEDD1EB8-E99A-4D0C-AB2C-F06BBBC8BDB4}" presName="textRect" presStyleLbl="revTx" presStyleIdx="3" presStyleCnt="6">
        <dgm:presLayoutVars>
          <dgm:chMax val="1"/>
          <dgm:chPref val="1"/>
        </dgm:presLayoutVars>
      </dgm:prSet>
      <dgm:spPr/>
    </dgm:pt>
    <dgm:pt modelId="{6A033FB2-FB45-449E-9086-AD57A6D82C7D}" type="pres">
      <dgm:prSet presAssocID="{E73F0388-6D38-4621-9E7F-C4C6EEA6C6B6}" presName="sibTrans" presStyleCnt="0"/>
      <dgm:spPr/>
    </dgm:pt>
    <dgm:pt modelId="{DAAD0F8E-FE86-4E79-A697-31C9A5DF6C29}" type="pres">
      <dgm:prSet presAssocID="{C4DF8F91-55FC-4B20-9DE5-BA3DC47A163D}" presName="compNode" presStyleCnt="0"/>
      <dgm:spPr/>
    </dgm:pt>
    <dgm:pt modelId="{177DDA84-9D67-49E5-83FD-53BF98403685}" type="pres">
      <dgm:prSet presAssocID="{C4DF8F91-55FC-4B20-9DE5-BA3DC47A163D}"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sers"/>
        </a:ext>
      </dgm:extLst>
    </dgm:pt>
    <dgm:pt modelId="{A9A4D182-E884-4FA6-939B-1D40FA034D98}" type="pres">
      <dgm:prSet presAssocID="{C4DF8F91-55FC-4B20-9DE5-BA3DC47A163D}" presName="spaceRect" presStyleCnt="0"/>
      <dgm:spPr/>
    </dgm:pt>
    <dgm:pt modelId="{4580EC71-6377-4981-AD94-AA26202D997A}" type="pres">
      <dgm:prSet presAssocID="{C4DF8F91-55FC-4B20-9DE5-BA3DC47A163D}" presName="textRect" presStyleLbl="revTx" presStyleIdx="4" presStyleCnt="6">
        <dgm:presLayoutVars>
          <dgm:chMax val="1"/>
          <dgm:chPref val="1"/>
        </dgm:presLayoutVars>
      </dgm:prSet>
      <dgm:spPr/>
    </dgm:pt>
    <dgm:pt modelId="{82FA1ABA-52EE-4E46-AC6D-12F0F08E1491}" type="pres">
      <dgm:prSet presAssocID="{BFACE6A8-3B94-420B-9DDA-31AF72D83FED}" presName="sibTrans" presStyleCnt="0"/>
      <dgm:spPr/>
    </dgm:pt>
    <dgm:pt modelId="{07830B80-93C4-4F41-B425-B6ED2EA6BA56}" type="pres">
      <dgm:prSet presAssocID="{6FEA5012-D4FC-4878-B7CE-BDB715C64112}" presName="compNode" presStyleCnt="0"/>
      <dgm:spPr/>
    </dgm:pt>
    <dgm:pt modelId="{597CB1C4-7F3A-4D52-8E99-C25D4487DA6F}" type="pres">
      <dgm:prSet presAssocID="{6FEA5012-D4FC-4878-B7CE-BDB715C6411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Bar chart"/>
        </a:ext>
      </dgm:extLst>
    </dgm:pt>
    <dgm:pt modelId="{6C60EBA1-884F-42B0-8519-37116AF88D0B}" type="pres">
      <dgm:prSet presAssocID="{6FEA5012-D4FC-4878-B7CE-BDB715C64112}" presName="spaceRect" presStyleCnt="0"/>
      <dgm:spPr/>
    </dgm:pt>
    <dgm:pt modelId="{E394E917-1C11-4EE2-9BA5-3EED3FD11A12}" type="pres">
      <dgm:prSet presAssocID="{6FEA5012-D4FC-4878-B7CE-BDB715C64112}" presName="textRect" presStyleLbl="revTx" presStyleIdx="5" presStyleCnt="6">
        <dgm:presLayoutVars>
          <dgm:chMax val="1"/>
          <dgm:chPref val="1"/>
        </dgm:presLayoutVars>
      </dgm:prSet>
      <dgm:spPr/>
    </dgm:pt>
  </dgm:ptLst>
  <dgm:cxnLst>
    <dgm:cxn modelId="{897C7E18-6616-4B36-8478-2E3A13393763}" type="presOf" srcId="{82F5DF6B-DD74-4BF0-92B8-19BC230588C0}" destId="{C84611B6-D337-4778-8A20-80553FD2D2B2}" srcOrd="0" destOrd="0" presId="urn:microsoft.com/office/officeart/2018/2/layout/IconLabelList"/>
    <dgm:cxn modelId="{2DCFD32E-8995-42F4-A455-C71D65613DDE}" type="presOf" srcId="{4C9AD2EE-5F95-4EC5-8939-0F4A2D9FBE73}" destId="{30C6B01E-A242-4DC8-B7A7-1F436A31C89D}" srcOrd="0" destOrd="0" presId="urn:microsoft.com/office/officeart/2018/2/layout/IconLabelList"/>
    <dgm:cxn modelId="{364D522F-DFB3-49EA-80DF-6039476EED98}" srcId="{0F6EF800-FA6E-4838-AED3-4F99BBBCB2F3}" destId="{BEDD1EB8-E99A-4D0C-AB2C-F06BBBC8BDB4}" srcOrd="3" destOrd="0" parTransId="{08411095-5D2C-4BB6-BC35-A23E9936F99C}" sibTransId="{E73F0388-6D38-4621-9E7F-C4C6EEA6C6B6}"/>
    <dgm:cxn modelId="{90947D30-2DB4-4F9C-A4F7-1C600104A4E5}" type="presOf" srcId="{BEDD1EB8-E99A-4D0C-AB2C-F06BBBC8BDB4}" destId="{DC3B2D0F-A799-4985-97E6-88393C67C50E}" srcOrd="0" destOrd="0" presId="urn:microsoft.com/office/officeart/2018/2/layout/IconLabelList"/>
    <dgm:cxn modelId="{7F569267-BE43-4B58-B7C3-E9E4E9D969D5}" srcId="{0F6EF800-FA6E-4838-AED3-4F99BBBCB2F3}" destId="{82F5DF6B-DD74-4BF0-92B8-19BC230588C0}" srcOrd="2" destOrd="0" parTransId="{167048B7-8B0B-4C28-82FE-BC41DDB82384}" sibTransId="{AEE3D6EF-77AD-4572-9DE2-7E0E29AC3C95}"/>
    <dgm:cxn modelId="{D2541472-1578-4628-B672-E87A811AD260}" type="presOf" srcId="{6FEA5012-D4FC-4878-B7CE-BDB715C64112}" destId="{E394E917-1C11-4EE2-9BA5-3EED3FD11A12}" srcOrd="0" destOrd="0" presId="urn:microsoft.com/office/officeart/2018/2/layout/IconLabelList"/>
    <dgm:cxn modelId="{D74FC753-65B6-49E8-9807-509124012CC1}" type="presOf" srcId="{05C4DE8D-399A-4A94-95A3-4EFCD0B4E41A}" destId="{C9F40E68-485B-428E-9DF3-1D8CFC4CAA34}" srcOrd="0" destOrd="0" presId="urn:microsoft.com/office/officeart/2018/2/layout/IconLabelList"/>
    <dgm:cxn modelId="{280C5D98-88D1-47C3-89D0-7C17568E07A3}" srcId="{0F6EF800-FA6E-4838-AED3-4F99BBBCB2F3}" destId="{05C4DE8D-399A-4A94-95A3-4EFCD0B4E41A}" srcOrd="1" destOrd="0" parTransId="{0F488FDE-9522-4B38-B55C-DE5F1EC84924}" sibTransId="{0E899072-239C-40DB-95D7-D58FC384BB92}"/>
    <dgm:cxn modelId="{3357EE9F-88B7-46B2-BCB7-3329124AC4FB}" srcId="{0F6EF800-FA6E-4838-AED3-4F99BBBCB2F3}" destId="{6FEA5012-D4FC-4878-B7CE-BDB715C64112}" srcOrd="5" destOrd="0" parTransId="{39861A3B-C8A9-4AD7-B9E0-6CBC0A493F4B}" sibTransId="{CCD5BE44-0C41-4A35-AC94-189CA7B6C668}"/>
    <dgm:cxn modelId="{D41F49C3-773D-4A44-B8A2-6504CC814801}" srcId="{0F6EF800-FA6E-4838-AED3-4F99BBBCB2F3}" destId="{C4DF8F91-55FC-4B20-9DE5-BA3DC47A163D}" srcOrd="4" destOrd="0" parTransId="{E2200397-CB3B-4623-9BA1-DB1073BA0776}" sibTransId="{BFACE6A8-3B94-420B-9DDA-31AF72D83FED}"/>
    <dgm:cxn modelId="{8241BEE6-A9C3-4A7C-BD1B-C9C4F9D0B224}" type="presOf" srcId="{0F6EF800-FA6E-4838-AED3-4F99BBBCB2F3}" destId="{96D27FA4-D429-4FA5-AC7E-19539F2D4ACA}" srcOrd="0" destOrd="0" presId="urn:microsoft.com/office/officeart/2018/2/layout/IconLabelList"/>
    <dgm:cxn modelId="{7233E3F8-B353-44F9-BDD7-9D4163D95D07}" srcId="{0F6EF800-FA6E-4838-AED3-4F99BBBCB2F3}" destId="{4C9AD2EE-5F95-4EC5-8939-0F4A2D9FBE73}" srcOrd="0" destOrd="0" parTransId="{E29CD8D0-D16B-4921-A430-0B2B7EF01C36}" sibTransId="{738E59CF-F8DF-488A-9A9B-FE9033A973C9}"/>
    <dgm:cxn modelId="{2EF006FB-F0BA-483C-9052-54B657BB8254}" type="presOf" srcId="{C4DF8F91-55FC-4B20-9DE5-BA3DC47A163D}" destId="{4580EC71-6377-4981-AD94-AA26202D997A}" srcOrd="0" destOrd="0" presId="urn:microsoft.com/office/officeart/2018/2/layout/IconLabelList"/>
    <dgm:cxn modelId="{D538B6AA-13A7-4420-9994-CDFA2F997B17}" type="presParOf" srcId="{96D27FA4-D429-4FA5-AC7E-19539F2D4ACA}" destId="{533D3568-15BC-4CBB-A554-90E476ED049A}" srcOrd="0" destOrd="0" presId="urn:microsoft.com/office/officeart/2018/2/layout/IconLabelList"/>
    <dgm:cxn modelId="{7AD4BF17-6A3A-4F9B-A6AA-5CFB9CEA043D}" type="presParOf" srcId="{533D3568-15BC-4CBB-A554-90E476ED049A}" destId="{E6FE2044-E45D-4E7B-BB18-65C1B22CDC68}" srcOrd="0" destOrd="0" presId="urn:microsoft.com/office/officeart/2018/2/layout/IconLabelList"/>
    <dgm:cxn modelId="{EBC4044C-C575-4390-89A9-F9C08721DA1F}" type="presParOf" srcId="{533D3568-15BC-4CBB-A554-90E476ED049A}" destId="{D4941AB2-937B-4961-833A-066DD3CAC5D1}" srcOrd="1" destOrd="0" presId="urn:microsoft.com/office/officeart/2018/2/layout/IconLabelList"/>
    <dgm:cxn modelId="{DF247F81-621C-42E5-B18A-1D14EEEBD73B}" type="presParOf" srcId="{533D3568-15BC-4CBB-A554-90E476ED049A}" destId="{30C6B01E-A242-4DC8-B7A7-1F436A31C89D}" srcOrd="2" destOrd="0" presId="urn:microsoft.com/office/officeart/2018/2/layout/IconLabelList"/>
    <dgm:cxn modelId="{9EAA2E9D-C23C-4CCB-84EF-135F9CBD92C9}" type="presParOf" srcId="{96D27FA4-D429-4FA5-AC7E-19539F2D4ACA}" destId="{C1020589-7F79-4FE0-8782-2D492C9301CF}" srcOrd="1" destOrd="0" presId="urn:microsoft.com/office/officeart/2018/2/layout/IconLabelList"/>
    <dgm:cxn modelId="{21E341D5-3866-49C2-9CB6-7CDD28809C56}" type="presParOf" srcId="{96D27FA4-D429-4FA5-AC7E-19539F2D4ACA}" destId="{104EBB00-455C-4642-A0E5-1BC12A1E43D8}" srcOrd="2" destOrd="0" presId="urn:microsoft.com/office/officeart/2018/2/layout/IconLabelList"/>
    <dgm:cxn modelId="{1A891BCE-8180-4F93-B90C-357A9161A2AE}" type="presParOf" srcId="{104EBB00-455C-4642-A0E5-1BC12A1E43D8}" destId="{D9E35B24-8973-434F-9971-AD34E3845F24}" srcOrd="0" destOrd="0" presId="urn:microsoft.com/office/officeart/2018/2/layout/IconLabelList"/>
    <dgm:cxn modelId="{824276AB-854D-4B97-972E-2951240134B2}" type="presParOf" srcId="{104EBB00-455C-4642-A0E5-1BC12A1E43D8}" destId="{C507762F-A4BF-4509-9C54-7954F9A5EC3A}" srcOrd="1" destOrd="0" presId="urn:microsoft.com/office/officeart/2018/2/layout/IconLabelList"/>
    <dgm:cxn modelId="{D6AC2AC2-43AA-4AC7-AFE9-34E59F062827}" type="presParOf" srcId="{104EBB00-455C-4642-A0E5-1BC12A1E43D8}" destId="{C9F40E68-485B-428E-9DF3-1D8CFC4CAA34}" srcOrd="2" destOrd="0" presId="urn:microsoft.com/office/officeart/2018/2/layout/IconLabelList"/>
    <dgm:cxn modelId="{A0D4FA89-DED8-4659-8F4C-12E2568A191F}" type="presParOf" srcId="{96D27FA4-D429-4FA5-AC7E-19539F2D4ACA}" destId="{CB572871-196F-4C8E-915F-8A7551BC9D66}" srcOrd="3" destOrd="0" presId="urn:microsoft.com/office/officeart/2018/2/layout/IconLabelList"/>
    <dgm:cxn modelId="{0C5DBB3A-2C0E-415B-987A-CCFDB53F14E6}" type="presParOf" srcId="{96D27FA4-D429-4FA5-AC7E-19539F2D4ACA}" destId="{8D57F74A-D9E5-4BA9-8168-1FA33B205E35}" srcOrd="4" destOrd="0" presId="urn:microsoft.com/office/officeart/2018/2/layout/IconLabelList"/>
    <dgm:cxn modelId="{A674DA2B-DBA7-424D-BED3-2417F4A3C8B5}" type="presParOf" srcId="{8D57F74A-D9E5-4BA9-8168-1FA33B205E35}" destId="{63B27953-16CE-46E7-A222-7242DBBD647F}" srcOrd="0" destOrd="0" presId="urn:microsoft.com/office/officeart/2018/2/layout/IconLabelList"/>
    <dgm:cxn modelId="{16F0409E-4BA1-4E39-BB04-541DE752794A}" type="presParOf" srcId="{8D57F74A-D9E5-4BA9-8168-1FA33B205E35}" destId="{960FF52F-FAEE-4DF8-A118-54AA56B41CDC}" srcOrd="1" destOrd="0" presId="urn:microsoft.com/office/officeart/2018/2/layout/IconLabelList"/>
    <dgm:cxn modelId="{63BB7119-F552-420C-A0CC-A9E41B589B28}" type="presParOf" srcId="{8D57F74A-D9E5-4BA9-8168-1FA33B205E35}" destId="{C84611B6-D337-4778-8A20-80553FD2D2B2}" srcOrd="2" destOrd="0" presId="urn:microsoft.com/office/officeart/2018/2/layout/IconLabelList"/>
    <dgm:cxn modelId="{18516692-9A95-4964-AB11-F89E33FE804D}" type="presParOf" srcId="{96D27FA4-D429-4FA5-AC7E-19539F2D4ACA}" destId="{494D0645-3223-4A04-8C44-90CBFA4CFBE1}" srcOrd="5" destOrd="0" presId="urn:microsoft.com/office/officeart/2018/2/layout/IconLabelList"/>
    <dgm:cxn modelId="{487C4DC1-DE5E-41E7-AF5B-5D45E35200FD}" type="presParOf" srcId="{96D27FA4-D429-4FA5-AC7E-19539F2D4ACA}" destId="{AB4084F9-4300-413D-9492-8649C0DC61EF}" srcOrd="6" destOrd="0" presId="urn:microsoft.com/office/officeart/2018/2/layout/IconLabelList"/>
    <dgm:cxn modelId="{45AE9818-86FC-41A6-BC72-8FDE41F7FE16}" type="presParOf" srcId="{AB4084F9-4300-413D-9492-8649C0DC61EF}" destId="{87CBDEDD-E4A8-49E7-B28D-E60699D6930F}" srcOrd="0" destOrd="0" presId="urn:microsoft.com/office/officeart/2018/2/layout/IconLabelList"/>
    <dgm:cxn modelId="{70AFD85A-6940-4568-95E9-2A5185133CB2}" type="presParOf" srcId="{AB4084F9-4300-413D-9492-8649C0DC61EF}" destId="{92412090-8FF6-4A1F-A217-9E3831DA0C56}" srcOrd="1" destOrd="0" presId="urn:microsoft.com/office/officeart/2018/2/layout/IconLabelList"/>
    <dgm:cxn modelId="{805CF863-0813-4521-A781-00DE769512E6}" type="presParOf" srcId="{AB4084F9-4300-413D-9492-8649C0DC61EF}" destId="{DC3B2D0F-A799-4985-97E6-88393C67C50E}" srcOrd="2" destOrd="0" presId="urn:microsoft.com/office/officeart/2018/2/layout/IconLabelList"/>
    <dgm:cxn modelId="{63BAF4AF-DCBF-45C6-9739-4875F115E545}" type="presParOf" srcId="{96D27FA4-D429-4FA5-AC7E-19539F2D4ACA}" destId="{6A033FB2-FB45-449E-9086-AD57A6D82C7D}" srcOrd="7" destOrd="0" presId="urn:microsoft.com/office/officeart/2018/2/layout/IconLabelList"/>
    <dgm:cxn modelId="{399561F0-0A71-4027-90A5-A5E4418C83A7}" type="presParOf" srcId="{96D27FA4-D429-4FA5-AC7E-19539F2D4ACA}" destId="{DAAD0F8E-FE86-4E79-A697-31C9A5DF6C29}" srcOrd="8" destOrd="0" presId="urn:microsoft.com/office/officeart/2018/2/layout/IconLabelList"/>
    <dgm:cxn modelId="{34A05B65-E29E-4E4A-9F88-372EAAEDC66C}" type="presParOf" srcId="{DAAD0F8E-FE86-4E79-A697-31C9A5DF6C29}" destId="{177DDA84-9D67-49E5-83FD-53BF98403685}" srcOrd="0" destOrd="0" presId="urn:microsoft.com/office/officeart/2018/2/layout/IconLabelList"/>
    <dgm:cxn modelId="{D6A0E1B6-8320-47BA-A920-226B17791774}" type="presParOf" srcId="{DAAD0F8E-FE86-4E79-A697-31C9A5DF6C29}" destId="{A9A4D182-E884-4FA6-939B-1D40FA034D98}" srcOrd="1" destOrd="0" presId="urn:microsoft.com/office/officeart/2018/2/layout/IconLabelList"/>
    <dgm:cxn modelId="{13836A68-B0C5-47FE-B68D-0325ACE2A287}" type="presParOf" srcId="{DAAD0F8E-FE86-4E79-A697-31C9A5DF6C29}" destId="{4580EC71-6377-4981-AD94-AA26202D997A}" srcOrd="2" destOrd="0" presId="urn:microsoft.com/office/officeart/2018/2/layout/IconLabelList"/>
    <dgm:cxn modelId="{F52C1807-AF01-40BD-A16E-A7677EA0C39A}" type="presParOf" srcId="{96D27FA4-D429-4FA5-AC7E-19539F2D4ACA}" destId="{82FA1ABA-52EE-4E46-AC6D-12F0F08E1491}" srcOrd="9" destOrd="0" presId="urn:microsoft.com/office/officeart/2018/2/layout/IconLabelList"/>
    <dgm:cxn modelId="{B5BF8EF9-DFA7-487D-84CA-5A1954F7A109}" type="presParOf" srcId="{96D27FA4-D429-4FA5-AC7E-19539F2D4ACA}" destId="{07830B80-93C4-4F41-B425-B6ED2EA6BA56}" srcOrd="10" destOrd="0" presId="urn:microsoft.com/office/officeart/2018/2/layout/IconLabelList"/>
    <dgm:cxn modelId="{3C083E0B-E199-49C9-BC14-978D19B1CBF1}" type="presParOf" srcId="{07830B80-93C4-4F41-B425-B6ED2EA6BA56}" destId="{597CB1C4-7F3A-4D52-8E99-C25D4487DA6F}" srcOrd="0" destOrd="0" presId="urn:microsoft.com/office/officeart/2018/2/layout/IconLabelList"/>
    <dgm:cxn modelId="{2BA6D4DB-C3BC-4CC2-A306-64A40EDE7DA3}" type="presParOf" srcId="{07830B80-93C4-4F41-B425-B6ED2EA6BA56}" destId="{6C60EBA1-884F-42B0-8519-37116AF88D0B}" srcOrd="1" destOrd="0" presId="urn:microsoft.com/office/officeart/2018/2/layout/IconLabelList"/>
    <dgm:cxn modelId="{9D5A30F1-CBD0-4478-B6AC-0ED8FDFAF517}" type="presParOf" srcId="{07830B80-93C4-4F41-B425-B6ED2EA6BA56}" destId="{E394E917-1C11-4EE2-9BA5-3EED3FD11A1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917CDF-4FEC-40B7-87B7-A8AC9BCD738F}">
      <dsp:nvSpPr>
        <dsp:cNvPr id="0" name=""/>
        <dsp:cNvSpPr/>
      </dsp:nvSpPr>
      <dsp:spPr>
        <a:xfrm>
          <a:off x="538577" y="1337"/>
          <a:ext cx="2010024" cy="1206014"/>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i="0" kern="1200"/>
            <a:t>Introduction</a:t>
          </a:r>
          <a:endParaRPr lang="en-US" sz="2100" kern="1200"/>
        </a:p>
      </dsp:txBody>
      <dsp:txXfrm>
        <a:off x="538577" y="1337"/>
        <a:ext cx="2010024" cy="1206014"/>
      </dsp:txXfrm>
    </dsp:sp>
    <dsp:sp modelId="{C0530B30-30CE-4A58-9E41-87024008978D}">
      <dsp:nvSpPr>
        <dsp:cNvPr id="0" name=""/>
        <dsp:cNvSpPr/>
      </dsp:nvSpPr>
      <dsp:spPr>
        <a:xfrm>
          <a:off x="2749604" y="1337"/>
          <a:ext cx="2010024" cy="1206014"/>
        </a:xfrm>
        <a:prstGeom prst="rect">
          <a:avLst/>
        </a:prstGeom>
        <a:solidFill>
          <a:schemeClr val="accent2">
            <a:hueOff val="-165422"/>
            <a:satOff val="186"/>
            <a:lumOff val="44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b="1" i="1" kern="1200"/>
            <a:t>Objectifs</a:t>
          </a:r>
          <a:r>
            <a:rPr lang="fr-FR" sz="2100" i="1" kern="1200"/>
            <a:t> de la transformation digitale</a:t>
          </a:r>
          <a:endParaRPr lang="en-US" sz="2100" kern="1200"/>
        </a:p>
      </dsp:txBody>
      <dsp:txXfrm>
        <a:off x="2749604" y="1337"/>
        <a:ext cx="2010024" cy="1206014"/>
      </dsp:txXfrm>
    </dsp:sp>
    <dsp:sp modelId="{8D82F146-C07E-4E2A-A65C-649ADA44CE1F}">
      <dsp:nvSpPr>
        <dsp:cNvPr id="0" name=""/>
        <dsp:cNvSpPr/>
      </dsp:nvSpPr>
      <dsp:spPr>
        <a:xfrm>
          <a:off x="4960632" y="1337"/>
          <a:ext cx="2010024" cy="1206014"/>
        </a:xfrm>
        <a:prstGeom prst="rect">
          <a:avLst/>
        </a:prstGeom>
        <a:solidFill>
          <a:schemeClr val="accent2">
            <a:hueOff val="-330843"/>
            <a:satOff val="373"/>
            <a:lumOff val="88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b="1" i="0" kern="1200"/>
            <a:t>Facteurs Clés </a:t>
          </a:r>
          <a:r>
            <a:rPr lang="fr-FR" sz="2100" i="0" kern="1200"/>
            <a:t>de la Transformation</a:t>
          </a:r>
          <a:endParaRPr lang="en-US" sz="2100" kern="1200"/>
        </a:p>
      </dsp:txBody>
      <dsp:txXfrm>
        <a:off x="4960632" y="1337"/>
        <a:ext cx="2010024" cy="1206014"/>
      </dsp:txXfrm>
    </dsp:sp>
    <dsp:sp modelId="{5214355A-B7A3-4991-85D5-A3EE125322C5}">
      <dsp:nvSpPr>
        <dsp:cNvPr id="0" name=""/>
        <dsp:cNvSpPr/>
      </dsp:nvSpPr>
      <dsp:spPr>
        <a:xfrm>
          <a:off x="7171659" y="1337"/>
          <a:ext cx="2010024" cy="1206014"/>
        </a:xfrm>
        <a:prstGeom prst="rect">
          <a:avLst/>
        </a:prstGeom>
        <a:solidFill>
          <a:schemeClr val="accent2">
            <a:hueOff val="-496265"/>
            <a:satOff val="559"/>
            <a:lumOff val="132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i="0" kern="1200"/>
            <a:t>Moteurs </a:t>
          </a:r>
          <a:r>
            <a:rPr lang="fr-FR" sz="2100" b="1" i="0" kern="1200"/>
            <a:t>Commerciaux</a:t>
          </a:r>
          <a:r>
            <a:rPr lang="fr-FR" sz="2100" i="0" kern="1200"/>
            <a:t> de la Transformation</a:t>
          </a:r>
          <a:endParaRPr lang="en-US" sz="2100" kern="1200"/>
        </a:p>
      </dsp:txBody>
      <dsp:txXfrm>
        <a:off x="7171659" y="1337"/>
        <a:ext cx="2010024" cy="1206014"/>
      </dsp:txXfrm>
    </dsp:sp>
    <dsp:sp modelId="{0ADCDBE7-745B-4B52-8F59-A561ABF6EADC}">
      <dsp:nvSpPr>
        <dsp:cNvPr id="0" name=""/>
        <dsp:cNvSpPr/>
      </dsp:nvSpPr>
      <dsp:spPr>
        <a:xfrm>
          <a:off x="538577" y="1408355"/>
          <a:ext cx="2010024" cy="1206014"/>
        </a:xfrm>
        <a:prstGeom prst="rect">
          <a:avLst/>
        </a:prstGeom>
        <a:solidFill>
          <a:schemeClr val="accent2">
            <a:hueOff val="-661686"/>
            <a:satOff val="746"/>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i="0" kern="1200"/>
            <a:t>Moteurs </a:t>
          </a:r>
          <a:r>
            <a:rPr lang="fr-FR" sz="2100" b="1" i="0" kern="1200"/>
            <a:t>Technologiques</a:t>
          </a:r>
          <a:r>
            <a:rPr lang="fr-FR" sz="2100" i="0" kern="1200"/>
            <a:t> de la Transformation</a:t>
          </a:r>
          <a:endParaRPr lang="en-US" sz="2100" kern="1200"/>
        </a:p>
      </dsp:txBody>
      <dsp:txXfrm>
        <a:off x="538577" y="1408355"/>
        <a:ext cx="2010024" cy="1206014"/>
      </dsp:txXfrm>
    </dsp:sp>
    <dsp:sp modelId="{BD9BC9F3-7B99-4773-9B3A-9D92F7DB15E3}">
      <dsp:nvSpPr>
        <dsp:cNvPr id="0" name=""/>
        <dsp:cNvSpPr/>
      </dsp:nvSpPr>
      <dsp:spPr>
        <a:xfrm>
          <a:off x="2749604" y="1408355"/>
          <a:ext cx="2010024" cy="1206014"/>
        </a:xfrm>
        <a:prstGeom prst="rect">
          <a:avLst/>
        </a:prstGeom>
        <a:solidFill>
          <a:schemeClr val="accent2">
            <a:hueOff val="-827108"/>
            <a:satOff val="932"/>
            <a:lumOff val="220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b="1" i="0" kern="1200"/>
            <a:t>Plan</a:t>
          </a:r>
          <a:r>
            <a:rPr lang="fr-FR" sz="2100" i="0" kern="1200"/>
            <a:t> de Transformation pour Testa</a:t>
          </a:r>
          <a:endParaRPr lang="en-US" sz="2100" kern="1200"/>
        </a:p>
      </dsp:txBody>
      <dsp:txXfrm>
        <a:off x="2749604" y="1408355"/>
        <a:ext cx="2010024" cy="1206014"/>
      </dsp:txXfrm>
    </dsp:sp>
    <dsp:sp modelId="{7A9E7D3A-4EB3-41D3-95B1-CAD0F94193D1}">
      <dsp:nvSpPr>
        <dsp:cNvPr id="0" name=""/>
        <dsp:cNvSpPr/>
      </dsp:nvSpPr>
      <dsp:spPr>
        <a:xfrm>
          <a:off x="4960632" y="1408355"/>
          <a:ext cx="2010024" cy="1206014"/>
        </a:xfrm>
        <a:prstGeom prst="rect">
          <a:avLst/>
        </a:prstGeom>
        <a:solidFill>
          <a:schemeClr val="accent2">
            <a:hueOff val="-992530"/>
            <a:satOff val="1119"/>
            <a:lumOff val="264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b="1" i="0" kern="1200"/>
            <a:t>Implémentation</a:t>
          </a:r>
          <a:r>
            <a:rPr lang="de-DE" sz="2100" i="0" kern="1200"/>
            <a:t> de la Transformation</a:t>
          </a:r>
          <a:endParaRPr lang="en-US" sz="2100" kern="1200"/>
        </a:p>
      </dsp:txBody>
      <dsp:txXfrm>
        <a:off x="4960632" y="1408355"/>
        <a:ext cx="2010024" cy="1206014"/>
      </dsp:txXfrm>
    </dsp:sp>
    <dsp:sp modelId="{6ECA03B1-56EC-4FFD-841E-56BFCB82991B}">
      <dsp:nvSpPr>
        <dsp:cNvPr id="0" name=""/>
        <dsp:cNvSpPr/>
      </dsp:nvSpPr>
      <dsp:spPr>
        <a:xfrm>
          <a:off x="7171659" y="1408355"/>
          <a:ext cx="2010024" cy="1206014"/>
        </a:xfrm>
        <a:prstGeom prst="rect">
          <a:avLst/>
        </a:prstGeom>
        <a:solidFill>
          <a:schemeClr val="accent2">
            <a:hueOff val="-1157951"/>
            <a:satOff val="1305"/>
            <a:lumOff val="308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b="1" i="0" kern="1200"/>
            <a:t>Résultats</a:t>
          </a:r>
          <a:r>
            <a:rPr lang="de-DE" sz="2100" i="0" kern="1200"/>
            <a:t> Attendus</a:t>
          </a:r>
          <a:endParaRPr lang="en-US" sz="2100" kern="1200"/>
        </a:p>
      </dsp:txBody>
      <dsp:txXfrm>
        <a:off x="7171659" y="1408355"/>
        <a:ext cx="2010024" cy="1206014"/>
      </dsp:txXfrm>
    </dsp:sp>
    <dsp:sp modelId="{849D2B33-22CE-4419-8198-6A6EB79D9BD7}">
      <dsp:nvSpPr>
        <dsp:cNvPr id="0" name=""/>
        <dsp:cNvSpPr/>
      </dsp:nvSpPr>
      <dsp:spPr>
        <a:xfrm>
          <a:off x="3855118" y="2815372"/>
          <a:ext cx="2010024" cy="1206014"/>
        </a:xfrm>
        <a:prstGeom prst="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i="0" kern="1200"/>
            <a:t>Conclusion</a:t>
          </a:r>
          <a:endParaRPr lang="en-US" sz="2100" kern="1200"/>
        </a:p>
      </dsp:txBody>
      <dsp:txXfrm>
        <a:off x="3855118" y="2815372"/>
        <a:ext cx="2010024" cy="12060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74E2D-A7A5-4A36-A033-FBA00A57413C}">
      <dsp:nvSpPr>
        <dsp:cNvPr id="0" name=""/>
        <dsp:cNvSpPr/>
      </dsp:nvSpPr>
      <dsp:spPr>
        <a:xfrm>
          <a:off x="0" y="0"/>
          <a:ext cx="9720262" cy="2509649"/>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b="1" i="0" kern="1200"/>
            <a:t>Testa</a:t>
          </a:r>
          <a:r>
            <a:rPr lang="fr-FR" sz="3900" b="0" i="0" kern="1200"/>
            <a:t> </a:t>
          </a:r>
          <a:r>
            <a:rPr lang="de-DE" sz="3900" b="0" i="0" kern="1200"/>
            <a:t>est un </a:t>
          </a:r>
          <a:r>
            <a:rPr lang="fr-FR" sz="3900" b="0" i="0" kern="1200"/>
            <a:t>leader mondial de la distribution de produits électroniques, est confronté à des défis croissants dans un marché compétitif en constante évolution.</a:t>
          </a:r>
          <a:endParaRPr lang="en-US" sz="3900" kern="1200"/>
        </a:p>
      </dsp:txBody>
      <dsp:txXfrm>
        <a:off x="122511" y="122511"/>
        <a:ext cx="9475240" cy="2264627"/>
      </dsp:txXfrm>
    </dsp:sp>
    <dsp:sp modelId="{1B3CA94F-D66F-4D82-B9FB-BC54723CF2E5}">
      <dsp:nvSpPr>
        <dsp:cNvPr id="0" name=""/>
        <dsp:cNvSpPr/>
      </dsp:nvSpPr>
      <dsp:spPr>
        <a:xfrm>
          <a:off x="0" y="2650621"/>
          <a:ext cx="9720262" cy="12311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8618"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fr-FR" sz="3000" b="1" i="0" kern="1200"/>
            <a:t>La transformation digitale</a:t>
          </a:r>
          <a:r>
            <a:rPr lang="fr-FR" sz="3000" b="0" i="0" kern="1200"/>
            <a:t> est cruciale pour Testa afin de rester compétitif, d'améliorer l'efficacité opérationnelle et de répondre aux attentes changeantes des clients.</a:t>
          </a:r>
          <a:endParaRPr lang="en-US" sz="3000" kern="1200"/>
        </a:p>
      </dsp:txBody>
      <dsp:txXfrm>
        <a:off x="0" y="2650621"/>
        <a:ext cx="9720262" cy="12311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B2E625-E1F3-4E24-A8D4-FE68FF5BD3A4}">
      <dsp:nvSpPr>
        <dsp:cNvPr id="0" name=""/>
        <dsp:cNvSpPr/>
      </dsp:nvSpPr>
      <dsp:spPr>
        <a:xfrm>
          <a:off x="1048137" y="642524"/>
          <a:ext cx="833417" cy="71"/>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7D67D8A-FC29-4D80-A9FA-C790CA629824}">
      <dsp:nvSpPr>
        <dsp:cNvPr id="0" name=""/>
        <dsp:cNvSpPr/>
      </dsp:nvSpPr>
      <dsp:spPr>
        <a:xfrm>
          <a:off x="1931560" y="572484"/>
          <a:ext cx="95843" cy="180193"/>
        </a:xfrm>
        <a:prstGeom prst="chevron">
          <a:avLst>
            <a:gd name="adj" fmla="val 9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A2E19A-E56D-4002-B305-E6A7F1F1BBF7}">
      <dsp:nvSpPr>
        <dsp:cNvPr id="0" name=""/>
        <dsp:cNvSpPr/>
      </dsp:nvSpPr>
      <dsp:spPr>
        <a:xfrm>
          <a:off x="526220" y="224820"/>
          <a:ext cx="835479" cy="83547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421" tIns="32421" rIns="32421" bIns="32421" numCol="1" spcCol="1270" anchor="ctr" anchorCtr="0">
          <a:noAutofit/>
        </a:bodyPr>
        <a:lstStyle/>
        <a:p>
          <a:pPr marL="0" lvl="0" indent="0" algn="ctr" defTabSz="1866900">
            <a:lnSpc>
              <a:spcPct val="90000"/>
            </a:lnSpc>
            <a:spcBef>
              <a:spcPct val="0"/>
            </a:spcBef>
            <a:spcAft>
              <a:spcPct val="35000"/>
            </a:spcAft>
            <a:buNone/>
          </a:pPr>
          <a:r>
            <a:rPr lang="en-US" sz="4200" kern="1200"/>
            <a:t>1</a:t>
          </a:r>
        </a:p>
      </dsp:txBody>
      <dsp:txXfrm>
        <a:off x="648573" y="347173"/>
        <a:ext cx="590773" cy="590773"/>
      </dsp:txXfrm>
    </dsp:sp>
    <dsp:sp modelId="{CBC1226E-8012-4ED3-89DC-565943D598AF}">
      <dsp:nvSpPr>
        <dsp:cNvPr id="0" name=""/>
        <dsp:cNvSpPr/>
      </dsp:nvSpPr>
      <dsp:spPr>
        <a:xfrm>
          <a:off x="6364" y="1225899"/>
          <a:ext cx="1875190"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7917" tIns="165100" rIns="147917" bIns="165100" numCol="1" spcCol="1270" anchor="t" anchorCtr="0">
          <a:noAutofit/>
        </a:bodyPr>
        <a:lstStyle/>
        <a:p>
          <a:pPr marL="0" lvl="0" indent="0" algn="l" defTabSz="488950">
            <a:lnSpc>
              <a:spcPct val="90000"/>
            </a:lnSpc>
            <a:spcBef>
              <a:spcPct val="0"/>
            </a:spcBef>
            <a:spcAft>
              <a:spcPct val="35000"/>
            </a:spcAft>
            <a:buNone/>
          </a:pPr>
          <a:r>
            <a:rPr lang="fr-FR" sz="1100" b="1" i="0" kern="1200"/>
            <a:t>Améliorer l'expérience client </a:t>
          </a:r>
          <a:r>
            <a:rPr lang="fr-FR" sz="1100" b="0" i="0" kern="1200"/>
            <a:t>: En adoptant des solutions numériques innovantes, Testa vise à offrir une expérience client exceptionnelle, personnalisée et transparente à chaque étape de l'interaction.</a:t>
          </a:r>
          <a:endParaRPr lang="en-US" sz="1100" kern="1200"/>
        </a:p>
      </dsp:txBody>
      <dsp:txXfrm>
        <a:off x="6364" y="1600937"/>
        <a:ext cx="1875190" cy="1590562"/>
      </dsp:txXfrm>
    </dsp:sp>
    <dsp:sp modelId="{4B9161EF-00F6-43D4-BFA5-7BC47D13E57F}">
      <dsp:nvSpPr>
        <dsp:cNvPr id="0" name=""/>
        <dsp:cNvSpPr/>
      </dsp:nvSpPr>
      <dsp:spPr>
        <a:xfrm>
          <a:off x="2089909" y="642524"/>
          <a:ext cx="1875190" cy="72"/>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445F5A-1FE4-4073-AA2A-988D318AD443}">
      <dsp:nvSpPr>
        <dsp:cNvPr id="0" name=""/>
        <dsp:cNvSpPr/>
      </dsp:nvSpPr>
      <dsp:spPr>
        <a:xfrm>
          <a:off x="4015104" y="572484"/>
          <a:ext cx="95843" cy="180194"/>
        </a:xfrm>
        <a:prstGeom prst="chevron">
          <a:avLst>
            <a:gd name="adj" fmla="val 9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6DC12DA-3E31-4BB6-AEDB-488F36F1D7C3}">
      <dsp:nvSpPr>
        <dsp:cNvPr id="0" name=""/>
        <dsp:cNvSpPr/>
      </dsp:nvSpPr>
      <dsp:spPr>
        <a:xfrm>
          <a:off x="2609765" y="224820"/>
          <a:ext cx="835479" cy="83547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421" tIns="32421" rIns="32421" bIns="32421" numCol="1" spcCol="1270" anchor="ctr" anchorCtr="0">
          <a:noAutofit/>
        </a:bodyPr>
        <a:lstStyle/>
        <a:p>
          <a:pPr marL="0" lvl="0" indent="0" algn="ctr" defTabSz="1866900">
            <a:lnSpc>
              <a:spcPct val="90000"/>
            </a:lnSpc>
            <a:spcBef>
              <a:spcPct val="0"/>
            </a:spcBef>
            <a:spcAft>
              <a:spcPct val="35000"/>
            </a:spcAft>
            <a:buNone/>
          </a:pPr>
          <a:r>
            <a:rPr lang="en-US" sz="4200" kern="1200"/>
            <a:t>2</a:t>
          </a:r>
        </a:p>
      </dsp:txBody>
      <dsp:txXfrm>
        <a:off x="2732118" y="347173"/>
        <a:ext cx="590773" cy="590773"/>
      </dsp:txXfrm>
    </dsp:sp>
    <dsp:sp modelId="{43CA28F9-EB4A-4919-A650-FBF7541C1295}">
      <dsp:nvSpPr>
        <dsp:cNvPr id="0" name=""/>
        <dsp:cNvSpPr/>
      </dsp:nvSpPr>
      <dsp:spPr>
        <a:xfrm>
          <a:off x="2089909" y="1225899"/>
          <a:ext cx="1875190"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7917" tIns="165100" rIns="147917" bIns="165100" numCol="1" spcCol="1270" anchor="t" anchorCtr="0">
          <a:noAutofit/>
        </a:bodyPr>
        <a:lstStyle/>
        <a:p>
          <a:pPr marL="0" lvl="0" indent="0" algn="l" defTabSz="488950">
            <a:lnSpc>
              <a:spcPct val="90000"/>
            </a:lnSpc>
            <a:spcBef>
              <a:spcPct val="0"/>
            </a:spcBef>
            <a:spcAft>
              <a:spcPct val="35000"/>
            </a:spcAft>
            <a:buNone/>
          </a:pPr>
          <a:r>
            <a:rPr lang="fr-FR" sz="1100" b="1" i="0" kern="1200"/>
            <a:t>Optimiser les processus internes </a:t>
          </a:r>
          <a:r>
            <a:rPr lang="fr-FR" sz="1100" b="0" i="0" kern="1200"/>
            <a:t>: La transformation numérique permettra à Testa d'automatiser les tâches répétitives, d'optimiser les flux de travail et d'accroître l'efficacité opérationnelle.</a:t>
          </a:r>
          <a:endParaRPr lang="en-US" sz="1100" kern="1200"/>
        </a:p>
      </dsp:txBody>
      <dsp:txXfrm>
        <a:off x="2089909" y="1600937"/>
        <a:ext cx="1875190" cy="1590562"/>
      </dsp:txXfrm>
    </dsp:sp>
    <dsp:sp modelId="{373F0590-413D-4FB3-981F-64532ED153E9}">
      <dsp:nvSpPr>
        <dsp:cNvPr id="0" name=""/>
        <dsp:cNvSpPr/>
      </dsp:nvSpPr>
      <dsp:spPr>
        <a:xfrm>
          <a:off x="4173454" y="642524"/>
          <a:ext cx="1875190" cy="72"/>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76FCC49-69E7-46F6-9BD0-18FDE55B3EFF}">
      <dsp:nvSpPr>
        <dsp:cNvPr id="0" name=""/>
        <dsp:cNvSpPr/>
      </dsp:nvSpPr>
      <dsp:spPr>
        <a:xfrm>
          <a:off x="6098649" y="572484"/>
          <a:ext cx="95843" cy="180194"/>
        </a:xfrm>
        <a:prstGeom prst="chevron">
          <a:avLst>
            <a:gd name="adj" fmla="val 9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1EED04-1537-4D9A-B95B-EA18ED4AC4D7}">
      <dsp:nvSpPr>
        <dsp:cNvPr id="0" name=""/>
        <dsp:cNvSpPr/>
      </dsp:nvSpPr>
      <dsp:spPr>
        <a:xfrm>
          <a:off x="4693309" y="224820"/>
          <a:ext cx="835479" cy="83547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421" tIns="32421" rIns="32421" bIns="32421" numCol="1" spcCol="1270" anchor="ctr" anchorCtr="0">
          <a:noAutofit/>
        </a:bodyPr>
        <a:lstStyle/>
        <a:p>
          <a:pPr marL="0" lvl="0" indent="0" algn="ctr" defTabSz="1866900">
            <a:lnSpc>
              <a:spcPct val="90000"/>
            </a:lnSpc>
            <a:spcBef>
              <a:spcPct val="0"/>
            </a:spcBef>
            <a:spcAft>
              <a:spcPct val="35000"/>
            </a:spcAft>
            <a:buNone/>
          </a:pPr>
          <a:r>
            <a:rPr lang="en-US" sz="4200" kern="1200"/>
            <a:t>3</a:t>
          </a:r>
        </a:p>
      </dsp:txBody>
      <dsp:txXfrm>
        <a:off x="4815662" y="347173"/>
        <a:ext cx="590773" cy="590773"/>
      </dsp:txXfrm>
    </dsp:sp>
    <dsp:sp modelId="{9BB2D6EE-9898-444C-A343-2B2823A0DBDF}">
      <dsp:nvSpPr>
        <dsp:cNvPr id="0" name=""/>
        <dsp:cNvSpPr/>
      </dsp:nvSpPr>
      <dsp:spPr>
        <a:xfrm>
          <a:off x="4173454" y="1225899"/>
          <a:ext cx="1875190"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7917" tIns="165100" rIns="147917" bIns="165100" numCol="1" spcCol="1270" anchor="t" anchorCtr="0">
          <a:noAutofit/>
        </a:bodyPr>
        <a:lstStyle/>
        <a:p>
          <a:pPr marL="0" lvl="0" indent="0" algn="l" defTabSz="488950">
            <a:lnSpc>
              <a:spcPct val="90000"/>
            </a:lnSpc>
            <a:spcBef>
              <a:spcPct val="0"/>
            </a:spcBef>
            <a:spcAft>
              <a:spcPct val="35000"/>
            </a:spcAft>
            <a:buNone/>
          </a:pPr>
          <a:r>
            <a:rPr lang="fr-FR" sz="1100" b="1" i="0" kern="1200"/>
            <a:t>Stimuler l'innovation </a:t>
          </a:r>
          <a:r>
            <a:rPr lang="fr-FR" sz="1100" b="0" i="0" kern="1200"/>
            <a:t>: En intégrant des technologies de pointe, Testa souhaite encourager l'innovation, développer de nouveaux produits et services, et rester à la pointe de l'industrie X.</a:t>
          </a:r>
          <a:endParaRPr lang="en-US" sz="1100" kern="1200"/>
        </a:p>
      </dsp:txBody>
      <dsp:txXfrm>
        <a:off x="4173454" y="1600937"/>
        <a:ext cx="1875190" cy="1590562"/>
      </dsp:txXfrm>
    </dsp:sp>
    <dsp:sp modelId="{44AB1CFD-D707-4E42-806F-C47AF42F8586}">
      <dsp:nvSpPr>
        <dsp:cNvPr id="0" name=""/>
        <dsp:cNvSpPr/>
      </dsp:nvSpPr>
      <dsp:spPr>
        <a:xfrm>
          <a:off x="6256998" y="642523"/>
          <a:ext cx="1875190" cy="72"/>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5453B3-5529-493A-8563-A14A826147A6}">
      <dsp:nvSpPr>
        <dsp:cNvPr id="0" name=""/>
        <dsp:cNvSpPr/>
      </dsp:nvSpPr>
      <dsp:spPr>
        <a:xfrm>
          <a:off x="8182194" y="572484"/>
          <a:ext cx="95843" cy="180194"/>
        </a:xfrm>
        <a:prstGeom prst="chevron">
          <a:avLst>
            <a:gd name="adj" fmla="val 9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48ED83-835B-4AEB-A508-0C76098B2AFD}">
      <dsp:nvSpPr>
        <dsp:cNvPr id="0" name=""/>
        <dsp:cNvSpPr/>
      </dsp:nvSpPr>
      <dsp:spPr>
        <a:xfrm>
          <a:off x="6776854" y="224820"/>
          <a:ext cx="835479" cy="83547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421" tIns="32421" rIns="32421" bIns="32421" numCol="1" spcCol="1270" anchor="ctr" anchorCtr="0">
          <a:noAutofit/>
        </a:bodyPr>
        <a:lstStyle/>
        <a:p>
          <a:pPr marL="0" lvl="0" indent="0" algn="ctr" defTabSz="1866900">
            <a:lnSpc>
              <a:spcPct val="90000"/>
            </a:lnSpc>
            <a:spcBef>
              <a:spcPct val="0"/>
            </a:spcBef>
            <a:spcAft>
              <a:spcPct val="35000"/>
            </a:spcAft>
            <a:buNone/>
          </a:pPr>
          <a:r>
            <a:rPr lang="en-US" sz="4200" kern="1200"/>
            <a:t>4</a:t>
          </a:r>
        </a:p>
      </dsp:txBody>
      <dsp:txXfrm>
        <a:off x="6899207" y="347173"/>
        <a:ext cx="590773" cy="590773"/>
      </dsp:txXfrm>
    </dsp:sp>
    <dsp:sp modelId="{2351FC47-3FCE-4E0F-AF19-813EBEFEFC73}">
      <dsp:nvSpPr>
        <dsp:cNvPr id="0" name=""/>
        <dsp:cNvSpPr/>
      </dsp:nvSpPr>
      <dsp:spPr>
        <a:xfrm>
          <a:off x="6256998" y="1225899"/>
          <a:ext cx="1875190"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7917" tIns="165100" rIns="147917" bIns="165100" numCol="1" spcCol="1270" anchor="t" anchorCtr="0">
          <a:noAutofit/>
        </a:bodyPr>
        <a:lstStyle/>
        <a:p>
          <a:pPr marL="0" lvl="0" indent="0" algn="l" defTabSz="488950">
            <a:lnSpc>
              <a:spcPct val="90000"/>
            </a:lnSpc>
            <a:spcBef>
              <a:spcPct val="0"/>
            </a:spcBef>
            <a:spcAft>
              <a:spcPct val="35000"/>
            </a:spcAft>
            <a:buNone/>
          </a:pPr>
          <a:r>
            <a:rPr lang="fr-FR" sz="1100" b="1" i="0" kern="1200"/>
            <a:t>Renforcer la compétitivité </a:t>
          </a:r>
          <a:r>
            <a:rPr lang="fr-FR" sz="1100" b="0" i="0" kern="1200"/>
            <a:t>: En se transformant numériquement, Testa vise à renforcer sa position sur le marché, à attirer de nouveaux clients et à fidéliser sa clientèle existante.</a:t>
          </a:r>
          <a:endParaRPr lang="en-US" sz="1100" kern="1200"/>
        </a:p>
      </dsp:txBody>
      <dsp:txXfrm>
        <a:off x="6256998" y="1600937"/>
        <a:ext cx="1875190" cy="1590562"/>
      </dsp:txXfrm>
    </dsp:sp>
    <dsp:sp modelId="{A8E0B422-227A-4E40-94DE-AA6FFF8A45C2}">
      <dsp:nvSpPr>
        <dsp:cNvPr id="0" name=""/>
        <dsp:cNvSpPr/>
      </dsp:nvSpPr>
      <dsp:spPr>
        <a:xfrm>
          <a:off x="8340543" y="642523"/>
          <a:ext cx="937595" cy="72"/>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98CA97F-BD9A-450F-A634-63AAA2CB0539}">
      <dsp:nvSpPr>
        <dsp:cNvPr id="0" name=""/>
        <dsp:cNvSpPr/>
      </dsp:nvSpPr>
      <dsp:spPr>
        <a:xfrm>
          <a:off x="8860398" y="224820"/>
          <a:ext cx="835479" cy="83547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421" tIns="32421" rIns="32421" bIns="32421" numCol="1" spcCol="1270" anchor="ctr" anchorCtr="0">
          <a:noAutofit/>
        </a:bodyPr>
        <a:lstStyle/>
        <a:p>
          <a:pPr marL="0" lvl="0" indent="0" algn="ctr" defTabSz="1866900">
            <a:lnSpc>
              <a:spcPct val="90000"/>
            </a:lnSpc>
            <a:spcBef>
              <a:spcPct val="0"/>
            </a:spcBef>
            <a:spcAft>
              <a:spcPct val="35000"/>
            </a:spcAft>
            <a:buNone/>
          </a:pPr>
          <a:r>
            <a:rPr lang="en-US" sz="4200" kern="1200"/>
            <a:t>5</a:t>
          </a:r>
        </a:p>
      </dsp:txBody>
      <dsp:txXfrm>
        <a:off x="8982751" y="347173"/>
        <a:ext cx="590773" cy="590773"/>
      </dsp:txXfrm>
    </dsp:sp>
    <dsp:sp modelId="{16DFAE56-BE72-42E9-BB4B-996E6EC56299}">
      <dsp:nvSpPr>
        <dsp:cNvPr id="0" name=""/>
        <dsp:cNvSpPr/>
      </dsp:nvSpPr>
      <dsp:spPr>
        <a:xfrm>
          <a:off x="8340543" y="1225899"/>
          <a:ext cx="1875190"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7917" tIns="165100" rIns="147917" bIns="165100" numCol="1" spcCol="1270" anchor="t" anchorCtr="0">
          <a:noAutofit/>
        </a:bodyPr>
        <a:lstStyle/>
        <a:p>
          <a:pPr marL="0" lvl="0" indent="0" algn="l" defTabSz="488950">
            <a:lnSpc>
              <a:spcPct val="90000"/>
            </a:lnSpc>
            <a:spcBef>
              <a:spcPct val="0"/>
            </a:spcBef>
            <a:spcAft>
              <a:spcPct val="35000"/>
            </a:spcAft>
            <a:buNone/>
          </a:pPr>
          <a:r>
            <a:rPr lang="fr-FR" sz="1100" b="1" i="0" kern="1200"/>
            <a:t>Assurer la croissance durable </a:t>
          </a:r>
          <a:r>
            <a:rPr lang="fr-FR" sz="1100" b="0" i="0" kern="1200"/>
            <a:t>: La transformation numérique de Testa est un pilier essentiel de sa stratégie de croissance à long terme, visant à garantir sa pérennité et son succès dans un environnement commercial en constante évolution.</a:t>
          </a:r>
          <a:endParaRPr lang="en-US" sz="1100" kern="1200"/>
        </a:p>
      </dsp:txBody>
      <dsp:txXfrm>
        <a:off x="8340543" y="1600937"/>
        <a:ext cx="1875190" cy="15905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FE2044-E45D-4E7B-BB18-65C1B22CDC68}">
      <dsp:nvSpPr>
        <dsp:cNvPr id="0" name=""/>
        <dsp:cNvSpPr/>
      </dsp:nvSpPr>
      <dsp:spPr>
        <a:xfrm>
          <a:off x="425584" y="1112740"/>
          <a:ext cx="686601" cy="686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C6B01E-A242-4DC8-B7A7-1F436A31C89D}">
      <dsp:nvSpPr>
        <dsp:cNvPr id="0" name=""/>
        <dsp:cNvSpPr/>
      </dsp:nvSpPr>
      <dsp:spPr>
        <a:xfrm>
          <a:off x="5994" y="2080217"/>
          <a:ext cx="1525781" cy="904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i="0" kern="1200"/>
            <a:t>Évaluation des besoins et objectifs</a:t>
          </a:r>
          <a:r>
            <a:rPr lang="fr-FR" sz="1100" b="0" i="0" kern="1200"/>
            <a:t> : Identifier les domaines clés à transformer, définir les objectifs commerciaux et technologiques de la transformation.</a:t>
          </a:r>
          <a:endParaRPr lang="en-US" sz="1100" kern="1200"/>
        </a:p>
      </dsp:txBody>
      <dsp:txXfrm>
        <a:off x="5994" y="2080217"/>
        <a:ext cx="1525781" cy="904144"/>
      </dsp:txXfrm>
    </dsp:sp>
    <dsp:sp modelId="{D9E35B24-8973-434F-9971-AD34E3845F24}">
      <dsp:nvSpPr>
        <dsp:cNvPr id="0" name=""/>
        <dsp:cNvSpPr/>
      </dsp:nvSpPr>
      <dsp:spPr>
        <a:xfrm>
          <a:off x="2218377" y="1112740"/>
          <a:ext cx="686601" cy="686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F40E68-485B-428E-9DF3-1D8CFC4CAA34}">
      <dsp:nvSpPr>
        <dsp:cNvPr id="0" name=""/>
        <dsp:cNvSpPr/>
      </dsp:nvSpPr>
      <dsp:spPr>
        <a:xfrm>
          <a:off x="1798787" y="2080217"/>
          <a:ext cx="1525781" cy="904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i="0" kern="1200"/>
            <a:t>Sélection des technologies</a:t>
          </a:r>
          <a:r>
            <a:rPr lang="fr-FR" sz="1100" b="0" i="0" kern="1200"/>
            <a:t> : Choisir les technologies appropriées en fonction des besoins de Testa, en mettant l'accent sur l'automatisation, l'analyse des données et l'expérience client.</a:t>
          </a:r>
          <a:endParaRPr lang="en-US" sz="1100" kern="1200"/>
        </a:p>
      </dsp:txBody>
      <dsp:txXfrm>
        <a:off x="1798787" y="2080217"/>
        <a:ext cx="1525781" cy="904144"/>
      </dsp:txXfrm>
    </dsp:sp>
    <dsp:sp modelId="{63B27953-16CE-46E7-A222-7242DBBD647F}">
      <dsp:nvSpPr>
        <dsp:cNvPr id="0" name=""/>
        <dsp:cNvSpPr/>
      </dsp:nvSpPr>
      <dsp:spPr>
        <a:xfrm>
          <a:off x="4011170" y="1112740"/>
          <a:ext cx="686601" cy="6866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4611B6-D337-4778-8A20-80553FD2D2B2}">
      <dsp:nvSpPr>
        <dsp:cNvPr id="0" name=""/>
        <dsp:cNvSpPr/>
      </dsp:nvSpPr>
      <dsp:spPr>
        <a:xfrm>
          <a:off x="3591580" y="2080217"/>
          <a:ext cx="1525781" cy="904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i="0" kern="1200"/>
            <a:t>Conception et développement</a:t>
          </a:r>
          <a:r>
            <a:rPr lang="fr-FR" sz="1100" b="0" i="0" kern="1200"/>
            <a:t> : Élaborer des solutions numériques sur mesure, en intégrant les processus métier, les données et les technologies pour répondre aux besoins spécifiques de Testa.</a:t>
          </a:r>
          <a:endParaRPr lang="en-US" sz="1100" kern="1200"/>
        </a:p>
      </dsp:txBody>
      <dsp:txXfrm>
        <a:off x="3591580" y="2080217"/>
        <a:ext cx="1525781" cy="904144"/>
      </dsp:txXfrm>
    </dsp:sp>
    <dsp:sp modelId="{87CBDEDD-E4A8-49E7-B28D-E60699D6930F}">
      <dsp:nvSpPr>
        <dsp:cNvPr id="0" name=""/>
        <dsp:cNvSpPr/>
      </dsp:nvSpPr>
      <dsp:spPr>
        <a:xfrm>
          <a:off x="5803963" y="1112740"/>
          <a:ext cx="686601" cy="6866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3B2D0F-A799-4985-97E6-88393C67C50E}">
      <dsp:nvSpPr>
        <dsp:cNvPr id="0" name=""/>
        <dsp:cNvSpPr/>
      </dsp:nvSpPr>
      <dsp:spPr>
        <a:xfrm>
          <a:off x="5384373" y="2080217"/>
          <a:ext cx="1525781" cy="904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i="0" kern="1200"/>
            <a:t>Implémentation et déploiement</a:t>
          </a:r>
          <a:r>
            <a:rPr lang="fr-FR" sz="1100" b="0" i="0" kern="1200"/>
            <a:t> : Mettre en œuvre les solutions numériques de manière progressive, en assurant une transition fluide et une adoption efficace par les équipes.</a:t>
          </a:r>
          <a:endParaRPr lang="en-US" sz="1100" kern="1200"/>
        </a:p>
      </dsp:txBody>
      <dsp:txXfrm>
        <a:off x="5384373" y="2080217"/>
        <a:ext cx="1525781" cy="904144"/>
      </dsp:txXfrm>
    </dsp:sp>
    <dsp:sp modelId="{177DDA84-9D67-49E5-83FD-53BF98403685}">
      <dsp:nvSpPr>
        <dsp:cNvPr id="0" name=""/>
        <dsp:cNvSpPr/>
      </dsp:nvSpPr>
      <dsp:spPr>
        <a:xfrm>
          <a:off x="7596756" y="1112740"/>
          <a:ext cx="686601" cy="68660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80EC71-6377-4981-AD94-AA26202D997A}">
      <dsp:nvSpPr>
        <dsp:cNvPr id="0" name=""/>
        <dsp:cNvSpPr/>
      </dsp:nvSpPr>
      <dsp:spPr>
        <a:xfrm>
          <a:off x="7177166" y="2080217"/>
          <a:ext cx="1525781" cy="904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i="0" kern="1200"/>
            <a:t>Formation et accompagnement</a:t>
          </a:r>
          <a:r>
            <a:rPr lang="fr-FR" sz="1100" b="0" i="0" kern="1200"/>
            <a:t> : Former les collaborateurs aux nouvelles technologies, accompagner le changement organisationnel et favoriser l'adoption des nouveaux processus.</a:t>
          </a:r>
          <a:endParaRPr lang="en-US" sz="1100" kern="1200"/>
        </a:p>
      </dsp:txBody>
      <dsp:txXfrm>
        <a:off x="7177166" y="2080217"/>
        <a:ext cx="1525781" cy="904144"/>
      </dsp:txXfrm>
    </dsp:sp>
    <dsp:sp modelId="{597CB1C4-7F3A-4D52-8E99-C25D4487DA6F}">
      <dsp:nvSpPr>
        <dsp:cNvPr id="0" name=""/>
        <dsp:cNvSpPr/>
      </dsp:nvSpPr>
      <dsp:spPr>
        <a:xfrm>
          <a:off x="9389549" y="1112740"/>
          <a:ext cx="686601" cy="68660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94E917-1C11-4EE2-9BA5-3EED3FD11A12}">
      <dsp:nvSpPr>
        <dsp:cNvPr id="0" name=""/>
        <dsp:cNvSpPr/>
      </dsp:nvSpPr>
      <dsp:spPr>
        <a:xfrm>
          <a:off x="8969959" y="2080217"/>
          <a:ext cx="1525781" cy="904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i="0" kern="1200"/>
            <a:t>Évaluation et ajustement</a:t>
          </a:r>
          <a:r>
            <a:rPr lang="fr-FR" sz="1100" b="0" i="0" kern="1200"/>
            <a:t> : Évaluer régulièrement les progrès, mesurer les résultats par rapport aux objectifs fixés et ajuster le plan de transformation en fonction des retours d'expérience.</a:t>
          </a:r>
          <a:endParaRPr lang="en-US" sz="1100" kern="1200"/>
        </a:p>
      </dsp:txBody>
      <dsp:txXfrm>
        <a:off x="8969959" y="2080217"/>
        <a:ext cx="1525781" cy="90414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DD4D35-DADE-42E1-8794-2651CE61BEB6}" type="datetimeFigureOut">
              <a:rPr lang="LID4096" smtClean="0"/>
              <a:t>05/17/2024</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8A485B-C161-4775-B9BC-E466943DE040}" type="slidenum">
              <a:rPr lang="LID4096" smtClean="0"/>
              <a:t>‹#›</a:t>
            </a:fld>
            <a:endParaRPr lang="LID4096"/>
          </a:p>
        </p:txBody>
      </p:sp>
    </p:spTree>
    <p:extLst>
      <p:ext uri="{BB962C8B-B14F-4D97-AF65-F5344CB8AC3E}">
        <p14:creationId xmlns:p14="http://schemas.microsoft.com/office/powerpoint/2010/main" val="1143544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8EE5C-3592-AA97-C075-6D7EE495D8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CBAE6764-0815-D6CF-C2EA-88DD29F064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C6314752-C289-94EA-9BC0-6C8A659AE252}"/>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5" name="Footer Placeholder 4">
            <a:extLst>
              <a:ext uri="{FF2B5EF4-FFF2-40B4-BE49-F238E27FC236}">
                <a16:creationId xmlns:a16="http://schemas.microsoft.com/office/drawing/2014/main" id="{F1654D4C-6518-BA7A-44BA-D82AC77B45E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8CEF4E10-3C88-A189-3CB0-DD09959EF061}"/>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731557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3690B-0962-BDD7-A4DB-1DA3E5A374DA}"/>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7E78B4DE-1477-CCFA-0975-11EDB94A86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3BAFE8ED-E394-559A-9BCD-C30BC3D532CF}"/>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5" name="Footer Placeholder 4">
            <a:extLst>
              <a:ext uri="{FF2B5EF4-FFF2-40B4-BE49-F238E27FC236}">
                <a16:creationId xmlns:a16="http://schemas.microsoft.com/office/drawing/2014/main" id="{24646476-6E6C-2CFE-4E95-0A225861288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28CD806E-2F0E-D9C9-23C5-05FA8D752E92}"/>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2900474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56B02-61FF-97C5-98BF-071C597244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E862CFF6-1C1D-EAD4-292F-F7D76D6D99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2843C5-066D-BE43-B101-5470E3B8A22C}"/>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5" name="Footer Placeholder 4">
            <a:extLst>
              <a:ext uri="{FF2B5EF4-FFF2-40B4-BE49-F238E27FC236}">
                <a16:creationId xmlns:a16="http://schemas.microsoft.com/office/drawing/2014/main" id="{B5EA1334-A3D3-FB6E-04B9-F2CEDB256537}"/>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71DA609-BEED-3AA1-E28A-396E285BD707}"/>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2701238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B4000-3E45-2375-7678-2B1F2601A57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70D7BED5-860B-6F0F-FE4D-90846A7E8E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8CDEEEAB-7475-735A-FA30-F77DEDF5D2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F5FFA87D-3DA8-B437-EED6-530E7A10DC0A}"/>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6" name="Footer Placeholder 5">
            <a:extLst>
              <a:ext uri="{FF2B5EF4-FFF2-40B4-BE49-F238E27FC236}">
                <a16:creationId xmlns:a16="http://schemas.microsoft.com/office/drawing/2014/main" id="{02C7A615-6DC0-6DF2-9E33-7275A66A98EA}"/>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3A28E19-B1D5-0C02-743D-53600319B877}"/>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304505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2F80-B26B-865C-C9D7-CDD463322EE6}"/>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3D4E07DB-F952-2909-D6C1-1550AFCEA9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A3FB68-5BC2-5445-213F-839EB4B411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DC4AB26C-B2AB-51D6-3848-82DB20678D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2D9CCF-545C-0058-04D2-D91CD9CDA3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DA716B08-5FCE-8441-B8B0-54DBF4C94EA5}"/>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8" name="Footer Placeholder 7">
            <a:extLst>
              <a:ext uri="{FF2B5EF4-FFF2-40B4-BE49-F238E27FC236}">
                <a16:creationId xmlns:a16="http://schemas.microsoft.com/office/drawing/2014/main" id="{251EB58B-66A2-1252-B6B7-253BBADFAAD6}"/>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F3936E40-F3DF-7E03-1A71-F9125C8631A3}"/>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2490848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13CB5-85AD-896C-75FB-E028AD70A63B}"/>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A86AF97F-4904-45C4-2F9F-770309151E61}"/>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4" name="Footer Placeholder 3">
            <a:extLst>
              <a:ext uri="{FF2B5EF4-FFF2-40B4-BE49-F238E27FC236}">
                <a16:creationId xmlns:a16="http://schemas.microsoft.com/office/drawing/2014/main" id="{FE3914A9-5BE4-9D62-1F12-3FC556FFBE42}"/>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653BB9B9-1232-7AFE-272C-C45D6A293050}"/>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1975381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7EE3BA-295D-7E18-40FB-980EC739B6AB}"/>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3" name="Footer Placeholder 2">
            <a:extLst>
              <a:ext uri="{FF2B5EF4-FFF2-40B4-BE49-F238E27FC236}">
                <a16:creationId xmlns:a16="http://schemas.microsoft.com/office/drawing/2014/main" id="{2F4A9031-EF5E-0677-BD89-94EB2711D9DD}"/>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52CBB028-04A4-1FC1-DC63-39252F27A40B}"/>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2731849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45EA8-1364-561A-9DED-4372BA1822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472E1D87-0BC4-2FC4-8CAF-746A29BA8F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AE8E316C-022F-85FA-7BDC-771EA92D62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2C374D-78F7-B744-BBF5-074FCC59776C}"/>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6" name="Footer Placeholder 5">
            <a:extLst>
              <a:ext uri="{FF2B5EF4-FFF2-40B4-BE49-F238E27FC236}">
                <a16:creationId xmlns:a16="http://schemas.microsoft.com/office/drawing/2014/main" id="{EFFE2B10-FD1E-C2A9-AFE5-CBADC60F5917}"/>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442D7AF-F738-0A55-9960-928042552345}"/>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3917304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A51BB-C74D-BCC1-D96E-6978A756F1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93FD3314-ECFC-A84E-7E13-35EAA57D43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D8214D97-9938-5E7A-2318-1DDF9F37BB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EBA4A1-969F-5B4E-04B5-21DA83F26109}"/>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6" name="Footer Placeholder 5">
            <a:extLst>
              <a:ext uri="{FF2B5EF4-FFF2-40B4-BE49-F238E27FC236}">
                <a16:creationId xmlns:a16="http://schemas.microsoft.com/office/drawing/2014/main" id="{8101232E-70E8-B3D0-D740-0D423FF5F128}"/>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5C0C939D-0EB8-CCB4-4866-E67318A8C107}"/>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3144573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3C338-A4D9-9312-087B-51769CB03BB4}"/>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0A2A5B44-6FC7-327E-D5CB-39D4C75D68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C4BAB645-B468-3020-9905-E1F697FBDD8E}"/>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5" name="Footer Placeholder 4">
            <a:extLst>
              <a:ext uri="{FF2B5EF4-FFF2-40B4-BE49-F238E27FC236}">
                <a16:creationId xmlns:a16="http://schemas.microsoft.com/office/drawing/2014/main" id="{9286999C-7CD4-7A0A-1F3A-827DCB1E635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C789F2FD-094C-800F-55C2-0311D2640E5E}"/>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1864878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150155-FC32-3512-3EC6-23BD3EE482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F95B092B-6B8A-7F4B-74DC-8DF0ADDD93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EE510849-6173-0AE5-19D5-5B08EF60E0F1}"/>
              </a:ext>
            </a:extLst>
          </p:cNvPr>
          <p:cNvSpPr>
            <a:spLocks noGrp="1"/>
          </p:cNvSpPr>
          <p:nvPr>
            <p:ph type="dt" sz="half" idx="10"/>
          </p:nvPr>
        </p:nvSpPr>
        <p:spPr/>
        <p:txBody>
          <a:bodyPr/>
          <a:lstStyle/>
          <a:p>
            <a:fld id="{55E1D67A-DB9B-482E-88F9-5C18D9962B10}" type="datetimeFigureOut">
              <a:rPr lang="LID4096" smtClean="0"/>
              <a:t>05/17/2024</a:t>
            </a:fld>
            <a:endParaRPr lang="LID4096"/>
          </a:p>
        </p:txBody>
      </p:sp>
      <p:sp>
        <p:nvSpPr>
          <p:cNvPr id="5" name="Footer Placeholder 4">
            <a:extLst>
              <a:ext uri="{FF2B5EF4-FFF2-40B4-BE49-F238E27FC236}">
                <a16:creationId xmlns:a16="http://schemas.microsoft.com/office/drawing/2014/main" id="{90884935-7EF2-B163-4BDD-15008296CA0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0E909630-A0C8-5CFC-12A6-79368971D29F}"/>
              </a:ext>
            </a:extLst>
          </p:cNvPr>
          <p:cNvSpPr>
            <a:spLocks noGrp="1"/>
          </p:cNvSpPr>
          <p:nvPr>
            <p:ph type="sldNum" sz="quarter" idx="12"/>
          </p:nvPr>
        </p:nvSpPr>
        <p:spPr/>
        <p:txBody>
          <a:bodyPr/>
          <a:lstStyle/>
          <a:p>
            <a:fld id="{3288CA31-C507-46DD-ACC0-C37196363DE2}" type="slidenum">
              <a:rPr lang="LID4096" smtClean="0"/>
              <a:t>‹#›</a:t>
            </a:fld>
            <a:endParaRPr lang="LID4096"/>
          </a:p>
        </p:txBody>
      </p:sp>
    </p:spTree>
    <p:extLst>
      <p:ext uri="{BB962C8B-B14F-4D97-AF65-F5344CB8AC3E}">
        <p14:creationId xmlns:p14="http://schemas.microsoft.com/office/powerpoint/2010/main" val="2551514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6477000" y="688288"/>
            <a:ext cx="4433455" cy="3966824"/>
          </a:xfrm>
        </p:spPr>
        <p:txBody>
          <a:bodyPr anchor="t">
            <a:noAutofit/>
          </a:bodyPr>
          <a:lstStyle>
            <a:lvl1pPr>
              <a:defRPr sz="72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dirty="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0" y="0"/>
            <a:ext cx="6096000" cy="6857996"/>
          </a:xfrm>
        </p:spPr>
        <p:txBody>
          <a:bodyPr/>
          <a:lstStyle/>
          <a:p>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511636" y="5936851"/>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2472241178"/>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guide id="4" orient="horz" pos="542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Section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5801"/>
            <a:ext cx="7661275" cy="2057400"/>
          </a:xfrm>
        </p:spPr>
        <p:txBody>
          <a:bodyPr wrap="square"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4" name="Text Placeholder 10">
            <a:extLst>
              <a:ext uri="{FF2B5EF4-FFF2-40B4-BE49-F238E27FC236}">
                <a16:creationId xmlns:a16="http://schemas.microsoft.com/office/drawing/2014/main" id="{AB1C8803-0542-76BB-6DF0-FCC5FE74BCA4}"/>
              </a:ext>
            </a:extLst>
          </p:cNvPr>
          <p:cNvSpPr>
            <a:spLocks noGrp="1"/>
          </p:cNvSpPr>
          <p:nvPr>
            <p:ph type="body" sz="quarter" idx="15"/>
          </p:nvPr>
        </p:nvSpPr>
        <p:spPr>
          <a:xfrm>
            <a:off x="4454237" y="2826326"/>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8316190" y="2826326"/>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8" name="Text Placeholder 10">
            <a:extLst>
              <a:ext uri="{FF2B5EF4-FFF2-40B4-BE49-F238E27FC236}">
                <a16:creationId xmlns:a16="http://schemas.microsoft.com/office/drawing/2014/main" id="{135C6E61-8847-4830-9FF4-365A758995C5}"/>
              </a:ext>
            </a:extLst>
          </p:cNvPr>
          <p:cNvSpPr>
            <a:spLocks noGrp="1"/>
          </p:cNvSpPr>
          <p:nvPr>
            <p:ph type="body" sz="quarter" idx="18"/>
          </p:nvPr>
        </p:nvSpPr>
        <p:spPr>
          <a:xfrm>
            <a:off x="8316191" y="3429001"/>
            <a:ext cx="3283527" cy="2380235"/>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Tree>
    <p:extLst>
      <p:ext uri="{BB962C8B-B14F-4D97-AF65-F5344CB8AC3E}">
        <p14:creationId xmlns:p14="http://schemas.microsoft.com/office/powerpoint/2010/main" val="4244063416"/>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Sections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6" y="685804"/>
            <a:ext cx="7661274" cy="2069086"/>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4454237"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8853487" y="1153397"/>
            <a:ext cx="2871788" cy="4499259"/>
          </a:xfrm>
        </p:spPr>
        <p:txBody>
          <a:bodyPr/>
          <a:lstStyle/>
          <a:p>
            <a:endParaRPr lang="en-US"/>
          </a:p>
        </p:txBody>
      </p:sp>
    </p:spTree>
    <p:extLst>
      <p:ext uri="{BB962C8B-B14F-4D97-AF65-F5344CB8AC3E}">
        <p14:creationId xmlns:p14="http://schemas.microsoft.com/office/powerpoint/2010/main" val="681575071"/>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689838"/>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961909" y="1030325"/>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6961909" y="1632997"/>
            <a:ext cx="4763366" cy="1193330"/>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4" name="Text Placeholder 10">
            <a:extLst>
              <a:ext uri="{FF2B5EF4-FFF2-40B4-BE49-F238E27FC236}">
                <a16:creationId xmlns:a16="http://schemas.microsoft.com/office/drawing/2014/main" id="{8F14F2A9-59FA-754E-5B1E-11A58CA07A35}"/>
              </a:ext>
            </a:extLst>
          </p:cNvPr>
          <p:cNvSpPr>
            <a:spLocks noGrp="1"/>
          </p:cNvSpPr>
          <p:nvPr>
            <p:ph type="body" sz="quarter" idx="18"/>
          </p:nvPr>
        </p:nvSpPr>
        <p:spPr>
          <a:xfrm>
            <a:off x="6961909" y="2836716"/>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8" name="Text Placeholder 10">
            <a:extLst>
              <a:ext uri="{FF2B5EF4-FFF2-40B4-BE49-F238E27FC236}">
                <a16:creationId xmlns:a16="http://schemas.microsoft.com/office/drawing/2014/main" id="{0B23DCBD-0AA5-7D57-EC78-48DF1E6328C6}"/>
              </a:ext>
            </a:extLst>
          </p:cNvPr>
          <p:cNvSpPr>
            <a:spLocks noGrp="1"/>
          </p:cNvSpPr>
          <p:nvPr>
            <p:ph type="body" sz="quarter" idx="19"/>
          </p:nvPr>
        </p:nvSpPr>
        <p:spPr>
          <a:xfrm>
            <a:off x="6961909" y="3439389"/>
            <a:ext cx="4763366" cy="1411538"/>
          </a:xfrm>
        </p:spPr>
        <p:txBody>
          <a:bodyPr>
            <a:normAutofit/>
          </a:bodyPr>
          <a:lstStyle>
            <a:lvl1pPr marL="0" indent="0">
              <a:buNone/>
              <a:defRPr sz="1600"/>
            </a:lvl1pPr>
          </a:lstStyle>
          <a:p>
            <a:pPr lvl="0"/>
            <a:r>
              <a:rPr lang="en-US" dirty="0"/>
              <a:t>Click to edit Master text styles</a:t>
            </a:r>
          </a:p>
        </p:txBody>
      </p:sp>
    </p:spTree>
    <p:extLst>
      <p:ext uri="{BB962C8B-B14F-4D97-AF65-F5344CB8AC3E}">
        <p14:creationId xmlns:p14="http://schemas.microsoft.com/office/powerpoint/2010/main" val="1813020675"/>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138039"/>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1" y="3429000"/>
            <a:ext cx="5143501"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5143500"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6096000" y="1153397"/>
            <a:ext cx="5629275" cy="4499259"/>
          </a:xfrm>
        </p:spPr>
        <p:txBody>
          <a:bodyPr/>
          <a:lstStyle/>
          <a:p>
            <a:endParaRPr lang="en-US"/>
          </a:p>
        </p:txBody>
      </p:sp>
    </p:spTree>
    <p:extLst>
      <p:ext uri="{BB962C8B-B14F-4D97-AF65-F5344CB8AC3E}">
        <p14:creationId xmlns:p14="http://schemas.microsoft.com/office/powerpoint/2010/main" val="4072450817"/>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Sections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689838"/>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961909" y="1030325"/>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6961909" y="1632997"/>
            <a:ext cx="4763366" cy="1193330"/>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4" name="Text Placeholder 10">
            <a:extLst>
              <a:ext uri="{FF2B5EF4-FFF2-40B4-BE49-F238E27FC236}">
                <a16:creationId xmlns:a16="http://schemas.microsoft.com/office/drawing/2014/main" id="{8F14F2A9-59FA-754E-5B1E-11A58CA07A35}"/>
              </a:ext>
            </a:extLst>
          </p:cNvPr>
          <p:cNvSpPr>
            <a:spLocks noGrp="1"/>
          </p:cNvSpPr>
          <p:nvPr>
            <p:ph type="body" sz="quarter" idx="18"/>
          </p:nvPr>
        </p:nvSpPr>
        <p:spPr>
          <a:xfrm>
            <a:off x="6961909" y="2836716"/>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8" name="Text Placeholder 10">
            <a:extLst>
              <a:ext uri="{FF2B5EF4-FFF2-40B4-BE49-F238E27FC236}">
                <a16:creationId xmlns:a16="http://schemas.microsoft.com/office/drawing/2014/main" id="{0B23DCBD-0AA5-7D57-EC78-48DF1E6328C6}"/>
              </a:ext>
            </a:extLst>
          </p:cNvPr>
          <p:cNvSpPr>
            <a:spLocks noGrp="1"/>
          </p:cNvSpPr>
          <p:nvPr>
            <p:ph type="body" sz="quarter" idx="19"/>
          </p:nvPr>
        </p:nvSpPr>
        <p:spPr>
          <a:xfrm>
            <a:off x="6961909" y="3439389"/>
            <a:ext cx="4763366" cy="1411538"/>
          </a:xfrm>
        </p:spPr>
        <p:txBody>
          <a:bodyPr>
            <a:normAutofit/>
          </a:bodyPr>
          <a:lstStyle>
            <a:lvl1pPr marL="0" indent="0">
              <a:buNone/>
              <a:defRPr sz="1600"/>
            </a:lvl1pPr>
          </a:lstStyle>
          <a:p>
            <a:pPr lvl="0"/>
            <a:r>
              <a:rPr lang="en-US" dirty="0"/>
              <a:t>Click to edit Master text styles</a:t>
            </a:r>
          </a:p>
        </p:txBody>
      </p:sp>
      <p:sp>
        <p:nvSpPr>
          <p:cNvPr id="3" name="Picture Placeholder 11">
            <a:extLst>
              <a:ext uri="{FF2B5EF4-FFF2-40B4-BE49-F238E27FC236}">
                <a16:creationId xmlns:a16="http://schemas.microsoft.com/office/drawing/2014/main" id="{D96AF8D7-D3E5-B5C6-030A-DFBC5AEC7D00}"/>
              </a:ext>
            </a:extLst>
          </p:cNvPr>
          <p:cNvSpPr>
            <a:spLocks noGrp="1"/>
          </p:cNvSpPr>
          <p:nvPr>
            <p:ph type="pic" sz="quarter" idx="20"/>
          </p:nvPr>
        </p:nvSpPr>
        <p:spPr>
          <a:xfrm>
            <a:off x="592282" y="3616037"/>
            <a:ext cx="5503718" cy="2071901"/>
          </a:xfrm>
        </p:spPr>
        <p:txBody>
          <a:bodyPr/>
          <a:lstStyle/>
          <a:p>
            <a:endParaRPr lang="en-US"/>
          </a:p>
        </p:txBody>
      </p:sp>
    </p:spTree>
    <p:extLst>
      <p:ext uri="{BB962C8B-B14F-4D97-AF65-F5344CB8AC3E}">
        <p14:creationId xmlns:p14="http://schemas.microsoft.com/office/powerpoint/2010/main" val="3717468797"/>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CD049-71FF-411B-BCE5-A051E826B136}"/>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DFC7692D-ABCF-997B-650B-266DF91A7F55}"/>
              </a:ext>
            </a:extLst>
          </p:cNvPr>
          <p:cNvSpPr>
            <a:spLocks noGrp="1"/>
          </p:cNvSpPr>
          <p:nvPr>
            <p:ph type="dt" sz="half" idx="10"/>
          </p:nvPr>
        </p:nvSpPr>
        <p:spPr>
          <a:xfrm>
            <a:off x="838200" y="6356748"/>
            <a:ext cx="2743200" cy="364331"/>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FCE306B-148D-CE50-D43B-2DEE1378588F}"/>
              </a:ext>
            </a:extLst>
          </p:cNvPr>
          <p:cNvSpPr>
            <a:spLocks noGrp="1"/>
          </p:cNvSpPr>
          <p:nvPr>
            <p:ph type="ftr" sz="quarter" idx="11"/>
          </p:nvPr>
        </p:nvSpPr>
        <p:spPr>
          <a:xfrm>
            <a:off x="4038600" y="6356748"/>
            <a:ext cx="4114800" cy="364331"/>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3E5411AD-3E1B-501F-B9F8-D0AAF3F5F5A2}"/>
              </a:ext>
            </a:extLst>
          </p:cNvPr>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38374492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E72686-CE9D-3B74-9DE2-86FB708C153F}"/>
              </a:ext>
            </a:extLst>
          </p:cNvPr>
          <p:cNvSpPr>
            <a:spLocks noGrp="1"/>
          </p:cNvSpPr>
          <p:nvPr>
            <p:ph type="dt" sz="half" idx="10"/>
          </p:nvPr>
        </p:nvSpPr>
        <p:spPr>
          <a:xfrm>
            <a:off x="838200" y="6356748"/>
            <a:ext cx="2743200" cy="364331"/>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1D822D6-F437-1E07-DBC9-57FD732126F4}"/>
              </a:ext>
            </a:extLst>
          </p:cNvPr>
          <p:cNvSpPr>
            <a:spLocks noGrp="1"/>
          </p:cNvSpPr>
          <p:nvPr>
            <p:ph type="ftr" sz="quarter" idx="11"/>
          </p:nvPr>
        </p:nvSpPr>
        <p:spPr>
          <a:xfrm>
            <a:off x="4038600" y="6356748"/>
            <a:ext cx="4114800" cy="364331"/>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12AF305-6821-F7EE-9D30-6FE81EC2BC31}"/>
              </a:ext>
            </a:extLst>
          </p:cNvPr>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21621799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6477000" y="688288"/>
            <a:ext cx="4433455" cy="3966824"/>
          </a:xfrm>
        </p:spPr>
        <p:txBody>
          <a:bodyPr anchor="t">
            <a:noAutofit/>
          </a:bodyPr>
          <a:lstStyle>
            <a:lvl1pPr>
              <a:defRPr sz="75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dirty="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0" y="0"/>
            <a:ext cx="6096000" cy="6857996"/>
          </a:xfrm>
        </p:spPr>
        <p:txBody>
          <a:bodyPr/>
          <a:lstStyle/>
          <a:p>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511636" y="5936851"/>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913551018"/>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guide id="4" orient="horz" pos="542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6760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5/17/2024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E72D20E-321F-EE4C-A76D-7EFD4B1BDA03}"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692867"/>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5/17/2024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E72D20E-321F-EE4C-A76D-7EFD4B1BDA03}" type="slidenum">
              <a:rPr lang="en-US" smtClean="0"/>
              <a:pPr/>
              <a:t>‹#›</a:t>
            </a:fld>
            <a:endParaRPr lang="en-US" dirty="0"/>
          </a:p>
        </p:txBody>
      </p:sp>
    </p:spTree>
    <p:extLst>
      <p:ext uri="{BB962C8B-B14F-4D97-AF65-F5344CB8AC3E}">
        <p14:creationId xmlns:p14="http://schemas.microsoft.com/office/powerpoint/2010/main" val="1278716765"/>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5/17/2024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E72D20E-321F-EE4C-A76D-7EFD4B1BDA03}"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2214688"/>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5/17/2024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E72D20E-321F-EE4C-A76D-7EFD4B1BDA03}" type="slidenum">
              <a:rPr lang="en-US" smtClean="0"/>
              <a:pPr/>
              <a:t>‹#›</a:t>
            </a:fld>
            <a:endParaRPr lang="en-US" dirty="0"/>
          </a:p>
        </p:txBody>
      </p:sp>
    </p:spTree>
    <p:extLst>
      <p:ext uri="{BB962C8B-B14F-4D97-AF65-F5344CB8AC3E}">
        <p14:creationId xmlns:p14="http://schemas.microsoft.com/office/powerpoint/2010/main" val="784293317"/>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5/17/2024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E72D20E-321F-EE4C-A76D-7EFD4B1BDA03}" type="slidenum">
              <a:rPr lang="en-US" smtClean="0"/>
              <a:pPr/>
              <a:t>‹#›</a:t>
            </a:fld>
            <a:endParaRPr lang="en-US" dirty="0"/>
          </a:p>
        </p:txBody>
      </p:sp>
    </p:spTree>
    <p:extLst>
      <p:ext uri="{BB962C8B-B14F-4D97-AF65-F5344CB8AC3E}">
        <p14:creationId xmlns:p14="http://schemas.microsoft.com/office/powerpoint/2010/main" val="545578478"/>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37643786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245665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5/17/2024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E72D20E-321F-EE4C-A76D-7EFD4B1BDA03}" type="slidenum">
              <a:rPr lang="en-US" smtClean="0"/>
              <a:pPr/>
              <a:t>‹#›</a:t>
            </a:fld>
            <a:endParaRPr lang="en-US" dirty="0"/>
          </a:p>
        </p:txBody>
      </p:sp>
    </p:spTree>
    <p:extLst>
      <p:ext uri="{BB962C8B-B14F-4D97-AF65-F5344CB8AC3E}">
        <p14:creationId xmlns:p14="http://schemas.microsoft.com/office/powerpoint/2010/main" val="1368598794"/>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5/17/2024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E72D20E-321F-EE4C-A76D-7EFD4B1BDA03}"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200666"/>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5/17/2024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E72D20E-321F-EE4C-A76D-7EFD4B1BDA03}" type="slidenum">
              <a:rPr lang="en-US" smtClean="0"/>
              <a:pPr/>
              <a:t>‹#›</a:t>
            </a:fld>
            <a:endParaRPr lang="en-US" dirty="0"/>
          </a:p>
        </p:txBody>
      </p:sp>
    </p:spTree>
    <p:extLst>
      <p:ext uri="{BB962C8B-B14F-4D97-AF65-F5344CB8AC3E}">
        <p14:creationId xmlns:p14="http://schemas.microsoft.com/office/powerpoint/2010/main" val="1449792224"/>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5/17/2024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E72D20E-321F-EE4C-A76D-7EFD4B1BDA03}"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5243247"/>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6477000" y="688288"/>
            <a:ext cx="4433455" cy="3966824"/>
          </a:xfrm>
        </p:spPr>
        <p:txBody>
          <a:bodyPr anchor="t">
            <a:noAutofit/>
          </a:bodyPr>
          <a:lstStyle>
            <a:lvl1pPr>
              <a:defRPr sz="72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dirty="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0" y="0"/>
            <a:ext cx="6096000" cy="6857996"/>
          </a:xfrm>
        </p:spPr>
        <p:txBody>
          <a:bodyPr/>
          <a:lstStyle/>
          <a:p>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511636" y="5936851"/>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1937725347"/>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guide id="4" orient="horz" pos="54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hree Section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5801"/>
            <a:ext cx="7661275" cy="2057400"/>
          </a:xfrm>
        </p:spPr>
        <p:txBody>
          <a:bodyPr wrap="square"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4" name="Text Placeholder 10">
            <a:extLst>
              <a:ext uri="{FF2B5EF4-FFF2-40B4-BE49-F238E27FC236}">
                <a16:creationId xmlns:a16="http://schemas.microsoft.com/office/drawing/2014/main" id="{AB1C8803-0542-76BB-6DF0-FCC5FE74BCA4}"/>
              </a:ext>
            </a:extLst>
          </p:cNvPr>
          <p:cNvSpPr>
            <a:spLocks noGrp="1"/>
          </p:cNvSpPr>
          <p:nvPr>
            <p:ph type="body" sz="quarter" idx="15"/>
          </p:nvPr>
        </p:nvSpPr>
        <p:spPr>
          <a:xfrm>
            <a:off x="4454237" y="2826326"/>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8316190" y="2826326"/>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8" name="Text Placeholder 10">
            <a:extLst>
              <a:ext uri="{FF2B5EF4-FFF2-40B4-BE49-F238E27FC236}">
                <a16:creationId xmlns:a16="http://schemas.microsoft.com/office/drawing/2014/main" id="{135C6E61-8847-4830-9FF4-365A758995C5}"/>
              </a:ext>
            </a:extLst>
          </p:cNvPr>
          <p:cNvSpPr>
            <a:spLocks noGrp="1"/>
          </p:cNvSpPr>
          <p:nvPr>
            <p:ph type="body" sz="quarter" idx="18"/>
          </p:nvPr>
        </p:nvSpPr>
        <p:spPr>
          <a:xfrm>
            <a:off x="8316191" y="3429001"/>
            <a:ext cx="3283527" cy="2380235"/>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Tree>
    <p:extLst>
      <p:ext uri="{BB962C8B-B14F-4D97-AF65-F5344CB8AC3E}">
        <p14:creationId xmlns:p14="http://schemas.microsoft.com/office/powerpoint/2010/main" val="717515888"/>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wo Sections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6" y="685804"/>
            <a:ext cx="7661274" cy="2069086"/>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4454237"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8853487" y="1153397"/>
            <a:ext cx="2871788" cy="4499259"/>
          </a:xfrm>
        </p:spPr>
        <p:txBody>
          <a:bodyPr/>
          <a:lstStyle/>
          <a:p>
            <a:endParaRPr lang="en-US"/>
          </a:p>
        </p:txBody>
      </p:sp>
    </p:spTree>
    <p:extLst>
      <p:ext uri="{BB962C8B-B14F-4D97-AF65-F5344CB8AC3E}">
        <p14:creationId xmlns:p14="http://schemas.microsoft.com/office/powerpoint/2010/main" val="3358996055"/>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One 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138039"/>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1" y="3429000"/>
            <a:ext cx="5143501"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5143500"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6096000" y="1153397"/>
            <a:ext cx="5629275" cy="4499259"/>
          </a:xfrm>
        </p:spPr>
        <p:txBody>
          <a:bodyPr/>
          <a:lstStyle/>
          <a:p>
            <a:endParaRPr lang="en-US"/>
          </a:p>
        </p:txBody>
      </p:sp>
    </p:spTree>
    <p:extLst>
      <p:ext uri="{BB962C8B-B14F-4D97-AF65-F5344CB8AC3E}">
        <p14:creationId xmlns:p14="http://schemas.microsoft.com/office/powerpoint/2010/main" val="2162803581"/>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5326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theme" Target="../theme/theme3.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B10C74-43C7-E19D-664D-F3431B0823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DEC3A867-3885-18AD-DDF2-EBE364C8EB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D58E043B-881E-DF1F-C729-B6AACF5452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E1D67A-DB9B-482E-88F9-5C18D9962B10}" type="datetimeFigureOut">
              <a:rPr lang="LID4096" smtClean="0"/>
              <a:t>05/17/2024</a:t>
            </a:fld>
            <a:endParaRPr lang="LID4096"/>
          </a:p>
        </p:txBody>
      </p:sp>
      <p:sp>
        <p:nvSpPr>
          <p:cNvPr id="5" name="Footer Placeholder 4">
            <a:extLst>
              <a:ext uri="{FF2B5EF4-FFF2-40B4-BE49-F238E27FC236}">
                <a16:creationId xmlns:a16="http://schemas.microsoft.com/office/drawing/2014/main" id="{52965E56-4D39-9D17-BC76-52E31F9FF4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BB7DC924-4CA9-7D5A-58BA-2D354E8396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88CA31-C507-46DD-ACC0-C37196363DE2}" type="slidenum">
              <a:rPr lang="LID4096" smtClean="0"/>
              <a:t>‹#›</a:t>
            </a:fld>
            <a:endParaRPr lang="LID4096"/>
          </a:p>
        </p:txBody>
      </p:sp>
    </p:spTree>
    <p:extLst>
      <p:ext uri="{BB962C8B-B14F-4D97-AF65-F5344CB8AC3E}">
        <p14:creationId xmlns:p14="http://schemas.microsoft.com/office/powerpoint/2010/main" val="3704257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BD9625-ED1C-9C68-D8B9-B6502FCCB415}"/>
              </a:ext>
            </a:extLst>
          </p:cNvPr>
          <p:cNvSpPr>
            <a:spLocks noGrp="1"/>
          </p:cNvSpPr>
          <p:nvPr>
            <p:ph type="title"/>
          </p:nvPr>
        </p:nvSpPr>
        <p:spPr>
          <a:xfrm>
            <a:off x="838200" y="365523"/>
            <a:ext cx="10515600" cy="132516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8293A9-2FAF-A155-DC7A-FE995344AE8C}"/>
              </a:ext>
            </a:extLst>
          </p:cNvPr>
          <p:cNvSpPr>
            <a:spLocks noGrp="1"/>
          </p:cNvSpPr>
          <p:nvPr>
            <p:ph type="body" idx="1"/>
          </p:nvPr>
        </p:nvSpPr>
        <p:spPr>
          <a:xfrm>
            <a:off x="838200" y="1825229"/>
            <a:ext cx="10515600" cy="43517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CF1B5DE-B15D-9D1C-21D2-953FFCB007DA}"/>
              </a:ext>
            </a:extLst>
          </p:cNvPr>
          <p:cNvSpPr>
            <a:spLocks noGrp="1"/>
          </p:cNvSpPr>
          <p:nvPr>
            <p:ph type="sldNum" sz="quarter" idx="4"/>
          </p:nvPr>
        </p:nvSpPr>
        <p:spPr>
          <a:xfrm>
            <a:off x="11353800" y="323958"/>
            <a:ext cx="373155" cy="364331"/>
          </a:xfrm>
          <a:prstGeom prst="rect">
            <a:avLst/>
          </a:prstGeom>
        </p:spPr>
        <p:txBody>
          <a:bodyPr vert="horz" lIns="91440" tIns="45720" rIns="91440" bIns="45720" rtlCol="0" anchor="ctr"/>
          <a:lstStyle>
            <a:lvl1pPr algn="r">
              <a:defRPr sz="1050">
                <a:solidFill>
                  <a:schemeClr val="tx1">
                    <a:lumMod val="65000"/>
                    <a:lumOff val="35000"/>
                  </a:schemeClr>
                </a:solidFill>
              </a:defRPr>
            </a:lvl1pPr>
          </a:lstStyle>
          <a:p>
            <a:fld id="{2E72D20E-321F-EE4C-A76D-7EFD4B1BDA03}" type="slidenum">
              <a:rPr lang="en-US" smtClean="0"/>
              <a:pPr/>
              <a:t>‹#›</a:t>
            </a:fld>
            <a:endParaRPr lang="en-US" dirty="0"/>
          </a:p>
        </p:txBody>
      </p:sp>
      <p:grpSp>
        <p:nvGrpSpPr>
          <p:cNvPr id="7" name="Group">
            <a:extLst>
              <a:ext uri="{FF2B5EF4-FFF2-40B4-BE49-F238E27FC236}">
                <a16:creationId xmlns:a16="http://schemas.microsoft.com/office/drawing/2014/main" id="{2CC72135-826E-3084-1ACC-9293218F24EE}"/>
              </a:ext>
            </a:extLst>
          </p:cNvPr>
          <p:cNvGrpSpPr/>
          <p:nvPr userDrawn="1"/>
        </p:nvGrpSpPr>
        <p:grpSpPr>
          <a:xfrm>
            <a:off x="11350549" y="6275881"/>
            <a:ext cx="378619" cy="267073"/>
            <a:chOff x="0" y="0"/>
            <a:chExt cx="504824" cy="356095"/>
          </a:xfrm>
        </p:grpSpPr>
        <p:sp>
          <p:nvSpPr>
            <p:cNvPr id="8" name="Line">
              <a:extLst>
                <a:ext uri="{FF2B5EF4-FFF2-40B4-BE49-F238E27FC236}">
                  <a16:creationId xmlns:a16="http://schemas.microsoft.com/office/drawing/2014/main" id="{024BCD63-D1A0-9E6D-3EA4-16D1E0509D18}"/>
                </a:ext>
              </a:extLst>
            </p:cNvPr>
            <p:cNvSpPr/>
            <p:nvPr/>
          </p:nvSpPr>
          <p:spPr>
            <a:xfrm>
              <a:off x="0" y="180134"/>
              <a:ext cx="504825" cy="1"/>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9" name="Line">
              <a:extLst>
                <a:ext uri="{FF2B5EF4-FFF2-40B4-BE49-F238E27FC236}">
                  <a16:creationId xmlns:a16="http://schemas.microsoft.com/office/drawing/2014/main" id="{3E483999-BF7F-A26B-845E-8C65CD948361}"/>
                </a:ext>
              </a:extLst>
            </p:cNvPr>
            <p:cNvSpPr/>
            <p:nvPr/>
          </p:nvSpPr>
          <p:spPr>
            <a:xfrm>
              <a:off x="324689" y="0"/>
              <a:ext cx="177185" cy="177184"/>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10" name="Line">
              <a:extLst>
                <a:ext uri="{FF2B5EF4-FFF2-40B4-BE49-F238E27FC236}">
                  <a16:creationId xmlns:a16="http://schemas.microsoft.com/office/drawing/2014/main" id="{B9696663-8271-B1D6-1A2F-9E2DDAA3DD5E}"/>
                </a:ext>
              </a:extLst>
            </p:cNvPr>
            <p:cNvSpPr/>
            <p:nvPr/>
          </p:nvSpPr>
          <p:spPr>
            <a:xfrm flipV="1">
              <a:off x="324689" y="178911"/>
              <a:ext cx="177185" cy="177185"/>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grpSp>
      <p:sp>
        <p:nvSpPr>
          <p:cNvPr id="11" name="textruta 3">
            <a:extLst>
              <a:ext uri="{FF2B5EF4-FFF2-40B4-BE49-F238E27FC236}">
                <a16:creationId xmlns:a16="http://schemas.microsoft.com/office/drawing/2014/main" id="{2DC00BBB-96D5-E144-A351-6386B4BABF32}"/>
              </a:ext>
            </a:extLst>
          </p:cNvPr>
          <p:cNvSpPr txBox="1"/>
          <p:nvPr userDrawn="1"/>
        </p:nvSpPr>
        <p:spPr>
          <a:xfrm>
            <a:off x="10707476" y="6260827"/>
            <a:ext cx="759780" cy="3000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rIns="34289">
            <a:spAutoFit/>
          </a:bodyPr>
          <a:lstStyle>
            <a:lvl1pPr>
              <a:lnSpc>
                <a:spcPct val="90000"/>
              </a:lnSpc>
              <a:spcBef>
                <a:spcPts val="600"/>
              </a:spcBef>
              <a:defRPr sz="2000">
                <a:solidFill>
                  <a:srgbClr val="000000"/>
                </a:solidFill>
              </a:defRPr>
            </a:lvl1pPr>
          </a:lstStyle>
          <a:p>
            <a:r>
              <a:rPr sz="1500" dirty="0"/>
              <a:t>NEXT</a:t>
            </a:r>
          </a:p>
        </p:txBody>
      </p:sp>
    </p:spTree>
    <p:extLst>
      <p:ext uri="{BB962C8B-B14F-4D97-AF65-F5344CB8AC3E}">
        <p14:creationId xmlns:p14="http://schemas.microsoft.com/office/powerpoint/2010/main" val="2276643963"/>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9" r:id="rId7"/>
    <p:sldLayoutId id="2147483680" r:id="rId8"/>
    <p:sldLayoutId id="2147483681" r:id="rId9"/>
    <p:sldLayoutId id="2147483682" r:id="rId1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p15:clr>
            <a:srgbClr val="F26B43"/>
          </p15:clr>
        </p15:guide>
        <p15:guide id="2" pos="392">
          <p15:clr>
            <a:srgbClr val="F26B43"/>
          </p15:clr>
        </p15:guide>
        <p15:guide id="3" orient="horz" pos="5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5E1D67A-DB9B-482E-88F9-5C18D9962B10}" type="datetimeFigureOut">
              <a:rPr lang="LID4096" smtClean="0"/>
              <a:t>05/17/2024</a:t>
            </a:fld>
            <a:endParaRPr lang="LID4096"/>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LID4096"/>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288CA31-C507-46DD-ACC0-C37196363DE2}" type="slidenum">
              <a:rPr lang="LID4096" smtClean="0"/>
              <a:t>‹#›</a:t>
            </a:fld>
            <a:endParaRPr lang="LID4096"/>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a:extLst>
              <a:ext uri="{FF2B5EF4-FFF2-40B4-BE49-F238E27FC236}">
                <a16:creationId xmlns:a16="http://schemas.microsoft.com/office/drawing/2014/main" id="{E4B8F9A4-C439-0A85-51DB-0EC08C5D3D56}"/>
              </a:ext>
            </a:extLst>
          </p:cNvPr>
          <p:cNvGrpSpPr/>
          <p:nvPr userDrawn="1"/>
        </p:nvGrpSpPr>
        <p:grpSpPr>
          <a:xfrm>
            <a:off x="11350549" y="6275881"/>
            <a:ext cx="378619" cy="267073"/>
            <a:chOff x="0" y="0"/>
            <a:chExt cx="504824" cy="356095"/>
          </a:xfrm>
        </p:grpSpPr>
        <p:sp>
          <p:nvSpPr>
            <p:cNvPr id="9" name="Line">
              <a:extLst>
                <a:ext uri="{FF2B5EF4-FFF2-40B4-BE49-F238E27FC236}">
                  <a16:creationId xmlns:a16="http://schemas.microsoft.com/office/drawing/2014/main" id="{96591753-B354-4A1A-A946-BD10FFEABBBE}"/>
                </a:ext>
              </a:extLst>
            </p:cNvPr>
            <p:cNvSpPr/>
            <p:nvPr/>
          </p:nvSpPr>
          <p:spPr>
            <a:xfrm>
              <a:off x="0" y="180134"/>
              <a:ext cx="504825" cy="1"/>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10" name="Line">
              <a:extLst>
                <a:ext uri="{FF2B5EF4-FFF2-40B4-BE49-F238E27FC236}">
                  <a16:creationId xmlns:a16="http://schemas.microsoft.com/office/drawing/2014/main" id="{BF17DE90-5BE6-E6AF-012C-C6151D00CF80}"/>
                </a:ext>
              </a:extLst>
            </p:cNvPr>
            <p:cNvSpPr/>
            <p:nvPr/>
          </p:nvSpPr>
          <p:spPr>
            <a:xfrm>
              <a:off x="324689" y="0"/>
              <a:ext cx="177185" cy="177184"/>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11" name="Line">
              <a:extLst>
                <a:ext uri="{FF2B5EF4-FFF2-40B4-BE49-F238E27FC236}">
                  <a16:creationId xmlns:a16="http://schemas.microsoft.com/office/drawing/2014/main" id="{C6432C7C-AC0B-390F-CC22-32639978D6DC}"/>
                </a:ext>
              </a:extLst>
            </p:cNvPr>
            <p:cNvSpPr/>
            <p:nvPr/>
          </p:nvSpPr>
          <p:spPr>
            <a:xfrm flipV="1">
              <a:off x="324689" y="178911"/>
              <a:ext cx="177185" cy="177185"/>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grpSp>
      <p:sp>
        <p:nvSpPr>
          <p:cNvPr id="12" name="textruta 3">
            <a:extLst>
              <a:ext uri="{FF2B5EF4-FFF2-40B4-BE49-F238E27FC236}">
                <a16:creationId xmlns:a16="http://schemas.microsoft.com/office/drawing/2014/main" id="{361A4D15-08FC-B1A8-72CA-95BD21F03933}"/>
              </a:ext>
            </a:extLst>
          </p:cNvPr>
          <p:cNvSpPr txBox="1"/>
          <p:nvPr userDrawn="1"/>
        </p:nvSpPr>
        <p:spPr>
          <a:xfrm>
            <a:off x="10707476" y="6260827"/>
            <a:ext cx="759780" cy="3000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rIns="34289">
            <a:spAutoFit/>
          </a:bodyPr>
          <a:lstStyle>
            <a:lvl1pPr>
              <a:lnSpc>
                <a:spcPct val="90000"/>
              </a:lnSpc>
              <a:spcBef>
                <a:spcPts val="600"/>
              </a:spcBef>
              <a:defRPr sz="2000">
                <a:solidFill>
                  <a:srgbClr val="000000"/>
                </a:solidFill>
              </a:defRPr>
            </a:lvl1pPr>
          </a:lstStyle>
          <a:p>
            <a:r>
              <a:rPr sz="1500" dirty="0"/>
              <a:t>NEXT</a:t>
            </a:r>
          </a:p>
        </p:txBody>
      </p:sp>
    </p:spTree>
    <p:extLst>
      <p:ext uri="{BB962C8B-B14F-4D97-AF65-F5344CB8AC3E}">
        <p14:creationId xmlns:p14="http://schemas.microsoft.com/office/powerpoint/2010/main" val="1455430477"/>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LID4096"/>
          </a:p>
        </p:txBody>
      </p:sp>
      <p:sp>
        <p:nvSpPr>
          <p:cNvPr id="127"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LID4096"/>
          </a:p>
        </p:txBody>
      </p:sp>
      <p:cxnSp>
        <p:nvCxnSpPr>
          <p:cNvPr id="128" name="Straight Connector 127">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29" name="Rectangle 128">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Placeholder 1">
            <a:extLst>
              <a:ext uri="{FF2B5EF4-FFF2-40B4-BE49-F238E27FC236}">
                <a16:creationId xmlns:a16="http://schemas.microsoft.com/office/drawing/2014/main" id="{7DA5E4ED-8B89-1D71-91A4-A518D9744333}"/>
              </a:ext>
            </a:extLst>
          </p:cNvPr>
          <p:cNvPicPr>
            <a:picLocks noGrp="1" noChangeAspect="1"/>
          </p:cNvPicPr>
          <p:nvPr>
            <p:ph type="pic" sz="quarter" idx="18"/>
          </p:nvPr>
        </p:nvPicPr>
        <p:blipFill rotWithShape="1">
          <a:blip r:embed="rId2">
            <a:alphaModFix amt="45000"/>
          </a:blip>
          <a:srcRect t="15709" r="-1" b="-1"/>
          <a:stretch/>
        </p:blipFill>
        <p:spPr>
          <a:xfrm>
            <a:off x="20" y="-1"/>
            <a:ext cx="12188932" cy="6858000"/>
          </a:xfrm>
          <a:prstGeom prst="rect">
            <a:avLst/>
          </a:prstGeom>
        </p:spPr>
      </p:pic>
      <p:sp>
        <p:nvSpPr>
          <p:cNvPr id="10" name="Title 9">
            <a:extLst>
              <a:ext uri="{FF2B5EF4-FFF2-40B4-BE49-F238E27FC236}">
                <a16:creationId xmlns:a16="http://schemas.microsoft.com/office/drawing/2014/main" id="{1C660B10-D622-7696-9B8F-A29742AFB9BC}"/>
              </a:ext>
            </a:extLst>
          </p:cNvPr>
          <p:cNvSpPr>
            <a:spLocks noGrp="1"/>
          </p:cNvSpPr>
          <p:nvPr>
            <p:ph type="title"/>
          </p:nvPr>
        </p:nvSpPr>
        <p:spPr>
          <a:xfrm>
            <a:off x="643467" y="643467"/>
            <a:ext cx="7164674" cy="5571066"/>
          </a:xfrm>
        </p:spPr>
        <p:txBody>
          <a:bodyPr vert="horz" lIns="91440" tIns="45720" rIns="91440" bIns="45720" rtlCol="0" anchor="ctr">
            <a:normAutofit/>
          </a:bodyPr>
          <a:lstStyle/>
          <a:p>
            <a:pPr algn="r"/>
            <a:r>
              <a:rPr lang="fr-FR" sz="5000" dirty="0"/>
              <a:t>Transformation digitale du Testa</a:t>
            </a:r>
            <a:br>
              <a:rPr lang="fr-FR" sz="5000" dirty="0"/>
            </a:br>
            <a:r>
              <a:rPr lang="fr-FR" sz="2000" dirty="0"/>
              <a:t>Créer de la Valeur à travers l'Innovation Technologique</a:t>
            </a:r>
            <a:endParaRPr lang="en-US" sz="2000" kern="1200" cap="all" spc="200" baseline="0" dirty="0">
              <a:solidFill>
                <a:schemeClr val="tx1"/>
              </a:solidFill>
              <a:latin typeface="+mj-lt"/>
            </a:endParaRPr>
          </a:p>
        </p:txBody>
      </p:sp>
      <p:sp>
        <p:nvSpPr>
          <p:cNvPr id="11" name="Text Placeholder 10">
            <a:extLst>
              <a:ext uri="{FF2B5EF4-FFF2-40B4-BE49-F238E27FC236}">
                <a16:creationId xmlns:a16="http://schemas.microsoft.com/office/drawing/2014/main" id="{D0739B64-C005-FA51-D057-C4B59A15B6CE}"/>
              </a:ext>
            </a:extLst>
          </p:cNvPr>
          <p:cNvSpPr>
            <a:spLocks noGrp="1"/>
          </p:cNvSpPr>
          <p:nvPr>
            <p:ph type="body" sz="quarter" idx="16"/>
          </p:nvPr>
        </p:nvSpPr>
        <p:spPr>
          <a:xfrm>
            <a:off x="8451608" y="643467"/>
            <a:ext cx="3096926" cy="5571066"/>
          </a:xfrm>
        </p:spPr>
        <p:txBody>
          <a:bodyPr vert="horz" lIns="91440" tIns="45720" rIns="91440" bIns="45720" rtlCol="0" anchor="ctr">
            <a:normAutofit/>
          </a:bodyPr>
          <a:lstStyle/>
          <a:p>
            <a:pPr>
              <a:lnSpc>
                <a:spcPct val="100000"/>
              </a:lnSpc>
              <a:spcBef>
                <a:spcPts val="0"/>
              </a:spcBef>
            </a:pPr>
            <a:r>
              <a:rPr lang="en-US" sz="2000" dirty="0">
                <a:solidFill>
                  <a:schemeClr val="tx1"/>
                </a:solidFill>
              </a:rPr>
              <a:t>Cree par:</a:t>
            </a:r>
          </a:p>
          <a:p>
            <a:pPr>
              <a:lnSpc>
                <a:spcPct val="100000"/>
              </a:lnSpc>
              <a:spcBef>
                <a:spcPts val="0"/>
              </a:spcBef>
            </a:pPr>
            <a:r>
              <a:rPr lang="en-US" sz="2000" dirty="0">
                <a:solidFill>
                  <a:schemeClr val="tx1"/>
                </a:solidFill>
              </a:rPr>
              <a:t> Ghada Hamoudi </a:t>
            </a:r>
          </a:p>
        </p:txBody>
      </p:sp>
      <p:cxnSp>
        <p:nvCxnSpPr>
          <p:cNvPr id="130" name="Straight Connector 129">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A734E2EC-7405-2A62-940B-47EB7719F63E}"/>
              </a:ext>
            </a:extLst>
          </p:cNvPr>
          <p:cNvSpPr>
            <a:spLocks noGrp="1"/>
          </p:cNvSpPr>
          <p:nvPr>
            <p:ph type="sldNum" sz="quarter" idx="12"/>
          </p:nvPr>
        </p:nvSpPr>
        <p:spPr>
          <a:xfrm>
            <a:off x="10837333" y="6470704"/>
            <a:ext cx="973667" cy="274320"/>
          </a:xfrm>
        </p:spPr>
        <p:txBody>
          <a:bodyPr vert="horz" lIns="91440" tIns="45720" rIns="91440" bIns="45720" rtlCol="0" anchor="ctr">
            <a:normAutofit/>
          </a:bodyPr>
          <a:lstStyle/>
          <a:p>
            <a:pPr>
              <a:spcAft>
                <a:spcPts val="600"/>
              </a:spcAft>
              <a:defRPr/>
            </a:pPr>
            <a:fld id="{B4E73946-9152-2148-B286-BEF1B04A8193}" type="slidenum">
              <a:rPr lang="en-US" smtClean="0">
                <a:solidFill>
                  <a:schemeClr val="tx1"/>
                </a:solidFill>
              </a:rPr>
              <a:pPr>
                <a:spcAft>
                  <a:spcPts val="600"/>
                </a:spcAft>
                <a:defRPr/>
              </a:pPr>
              <a:t>1</a:t>
            </a:fld>
            <a:endParaRPr lang="en-US">
              <a:solidFill>
                <a:schemeClr val="tx1"/>
              </a:solidFill>
            </a:endParaRPr>
          </a:p>
        </p:txBody>
      </p:sp>
    </p:spTree>
    <p:extLst>
      <p:ext uri="{BB962C8B-B14F-4D97-AF65-F5344CB8AC3E}">
        <p14:creationId xmlns:p14="http://schemas.microsoft.com/office/powerpoint/2010/main" val="83940274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70B1C25-E111-258E-DBC2-99C2D079A581}"/>
              </a:ext>
            </a:extLst>
          </p:cNvPr>
          <p:cNvSpPr>
            <a:spLocks noGrp="1"/>
          </p:cNvSpPr>
          <p:nvPr>
            <p:ph type="title"/>
          </p:nvPr>
        </p:nvSpPr>
        <p:spPr>
          <a:xfrm>
            <a:off x="1024128" y="585216"/>
            <a:ext cx="9720072" cy="1499616"/>
          </a:xfrm>
        </p:spPr>
        <p:txBody>
          <a:bodyPr vert="horz" lIns="91440" tIns="45720" rIns="91440" bIns="45720" rtlCol="0" anchor="ctr">
            <a:normAutofit/>
          </a:bodyPr>
          <a:lstStyle/>
          <a:p>
            <a:r>
              <a:rPr lang="en-US" kern="1200" cap="all" spc="100" baseline="0" dirty="0">
                <a:solidFill>
                  <a:schemeClr val="tx1">
                    <a:lumMod val="95000"/>
                    <a:lumOff val="5000"/>
                  </a:schemeClr>
                </a:solidFill>
                <a:latin typeface="+mj-lt"/>
                <a:ea typeface="+mj-ea"/>
                <a:cs typeface="+mj-cs"/>
              </a:rPr>
              <a:t>plan</a:t>
            </a:r>
          </a:p>
        </p:txBody>
      </p:sp>
      <p:graphicFrame>
        <p:nvGraphicFramePr>
          <p:cNvPr id="12" name="TextBox 2">
            <a:extLst>
              <a:ext uri="{FF2B5EF4-FFF2-40B4-BE49-F238E27FC236}">
                <a16:creationId xmlns:a16="http://schemas.microsoft.com/office/drawing/2014/main" id="{02E732C5-6E2C-4FCE-FD03-6143A7239062}"/>
              </a:ext>
            </a:extLst>
          </p:cNvPr>
          <p:cNvGraphicFramePr/>
          <p:nvPr>
            <p:extLst>
              <p:ext uri="{D42A27DB-BD31-4B8C-83A1-F6EECF244321}">
                <p14:modId xmlns:p14="http://schemas.microsoft.com/office/powerpoint/2010/main" val="3580190363"/>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4425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FEC75-EF64-CEC9-78CD-66B7468F5EB6}"/>
              </a:ext>
            </a:extLst>
          </p:cNvPr>
          <p:cNvSpPr>
            <a:spLocks noGrp="1"/>
          </p:cNvSpPr>
          <p:nvPr>
            <p:ph type="title"/>
          </p:nvPr>
        </p:nvSpPr>
        <p:spPr>
          <a:xfrm>
            <a:off x="1024128" y="585216"/>
            <a:ext cx="9720072" cy="1499616"/>
          </a:xfrm>
        </p:spPr>
        <p:txBody>
          <a:bodyPr>
            <a:normAutofit/>
          </a:bodyPr>
          <a:lstStyle/>
          <a:p>
            <a:r>
              <a:rPr lang="fr-FR" dirty="0"/>
              <a:t>Introduction</a:t>
            </a:r>
            <a:endParaRPr lang="LID4096" dirty="0"/>
          </a:p>
        </p:txBody>
      </p:sp>
      <p:sp>
        <p:nvSpPr>
          <p:cNvPr id="4" name="Slide Number Placeholder 3">
            <a:extLst>
              <a:ext uri="{FF2B5EF4-FFF2-40B4-BE49-F238E27FC236}">
                <a16:creationId xmlns:a16="http://schemas.microsoft.com/office/drawing/2014/main" id="{09A746E5-98AC-28A9-A169-84D8E8E9AAA8}"/>
              </a:ext>
            </a:extLst>
          </p:cNvPr>
          <p:cNvSpPr>
            <a:spLocks noGrp="1"/>
          </p:cNvSpPr>
          <p:nvPr>
            <p:ph type="sldNum" sz="quarter" idx="12"/>
          </p:nvPr>
        </p:nvSpPr>
        <p:spPr>
          <a:xfrm>
            <a:off x="10837333" y="6470704"/>
            <a:ext cx="973667" cy="274320"/>
          </a:xfrm>
        </p:spPr>
        <p:txBody>
          <a:bodyPr>
            <a:normAutofit/>
          </a:bodyPr>
          <a:lstStyle/>
          <a:p>
            <a:pPr>
              <a:spcAft>
                <a:spcPts val="600"/>
              </a:spcAft>
            </a:pPr>
            <a:fld id="{2E72D20E-321F-EE4C-A76D-7EFD4B1BDA03}" type="slidenum">
              <a:rPr lang="en-US" smtClean="0"/>
              <a:pPr>
                <a:spcAft>
                  <a:spcPts val="600"/>
                </a:spcAft>
              </a:pPr>
              <a:t>3</a:t>
            </a:fld>
            <a:endParaRPr lang="en-US"/>
          </a:p>
        </p:txBody>
      </p:sp>
      <p:graphicFrame>
        <p:nvGraphicFramePr>
          <p:cNvPr id="6" name="Content Placeholder 2">
            <a:extLst>
              <a:ext uri="{FF2B5EF4-FFF2-40B4-BE49-F238E27FC236}">
                <a16:creationId xmlns:a16="http://schemas.microsoft.com/office/drawing/2014/main" id="{205EA9F5-0392-97EB-5F7A-2D25F7D43E9F}"/>
              </a:ext>
            </a:extLst>
          </p:cNvPr>
          <p:cNvGraphicFramePr>
            <a:graphicFrameLocks noGrp="1"/>
          </p:cNvGraphicFramePr>
          <p:nvPr>
            <p:ph idx="1"/>
            <p:extLst>
              <p:ext uri="{D42A27DB-BD31-4B8C-83A1-F6EECF244321}">
                <p14:modId xmlns:p14="http://schemas.microsoft.com/office/powerpoint/2010/main" val="124352417"/>
              </p:ext>
            </p:extLst>
          </p:nvPr>
        </p:nvGraphicFramePr>
        <p:xfrm>
          <a:off x="1023938" y="1745226"/>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022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10D5-3212-B65F-895D-834C73DE2D37}"/>
              </a:ext>
            </a:extLst>
          </p:cNvPr>
          <p:cNvSpPr>
            <a:spLocks noGrp="1"/>
          </p:cNvSpPr>
          <p:nvPr>
            <p:ph type="title"/>
          </p:nvPr>
        </p:nvSpPr>
        <p:spPr>
          <a:xfrm>
            <a:off x="1092609" y="746586"/>
            <a:ext cx="9720072" cy="1499616"/>
          </a:xfrm>
        </p:spPr>
        <p:txBody>
          <a:bodyPr>
            <a:normAutofit/>
          </a:bodyPr>
          <a:lstStyle/>
          <a:p>
            <a:r>
              <a:rPr lang="fr-FR" sz="3500" b="1" i="1" dirty="0">
                <a:solidFill>
                  <a:srgbClr val="666666"/>
                </a:solidFill>
                <a:effectLst/>
                <a:highlight>
                  <a:srgbClr val="FFFFFF"/>
                </a:highlight>
                <a:latin typeface="Tw Cen MT Condensed (Headings)"/>
              </a:rPr>
              <a:t>Objectifs de la transformation digitale:</a:t>
            </a:r>
            <a:br>
              <a:rPr lang="fr-FR" sz="3500" b="1" i="0" dirty="0">
                <a:solidFill>
                  <a:srgbClr val="666666"/>
                </a:solidFill>
                <a:effectLst/>
                <a:highlight>
                  <a:srgbClr val="FFFFFF"/>
                </a:highlight>
                <a:latin typeface="Tw Cen MT Condensed (Headings)"/>
              </a:rPr>
            </a:br>
            <a:endParaRPr lang="LID4096" sz="3500" b="1" dirty="0">
              <a:latin typeface="Tw Cen MT Condensed (Headings)"/>
            </a:endParaRPr>
          </a:p>
        </p:txBody>
      </p:sp>
      <p:graphicFrame>
        <p:nvGraphicFramePr>
          <p:cNvPr id="5" name="TextBox 2">
            <a:extLst>
              <a:ext uri="{FF2B5EF4-FFF2-40B4-BE49-F238E27FC236}">
                <a16:creationId xmlns:a16="http://schemas.microsoft.com/office/drawing/2014/main" id="{01010083-3972-EEEC-88EC-0237E5E8B780}"/>
              </a:ext>
            </a:extLst>
          </p:cNvPr>
          <p:cNvGraphicFramePr/>
          <p:nvPr/>
        </p:nvGraphicFramePr>
        <p:xfrm>
          <a:off x="737418" y="2410507"/>
          <a:ext cx="10430453" cy="3416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8215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9031724-1FFD-8D8F-F949-A50573615E61}"/>
              </a:ext>
            </a:extLst>
          </p:cNvPr>
          <p:cNvSpPr>
            <a:spLocks noGrp="1"/>
          </p:cNvSpPr>
          <p:nvPr>
            <p:ph type="title"/>
          </p:nvPr>
        </p:nvSpPr>
        <p:spPr>
          <a:xfrm>
            <a:off x="1024128" y="585216"/>
            <a:ext cx="9720072" cy="1499616"/>
          </a:xfrm>
        </p:spPr>
        <p:txBody>
          <a:bodyPr vert="horz" lIns="91440" tIns="45720" rIns="91440" bIns="45720" rtlCol="0" anchor="ctr">
            <a:normAutofit/>
          </a:bodyPr>
          <a:lstStyle/>
          <a:p>
            <a:r>
              <a:rPr lang="en-US" sz="5000" b="1" i="0" kern="1200" cap="all" spc="100" baseline="0" dirty="0">
                <a:solidFill>
                  <a:schemeClr val="tx1">
                    <a:lumMod val="95000"/>
                    <a:lumOff val="5000"/>
                  </a:schemeClr>
                </a:solidFill>
                <a:effectLst/>
                <a:highlight>
                  <a:srgbClr val="FFFFFF"/>
                </a:highlight>
                <a:latin typeface="+mj-lt"/>
                <a:ea typeface="+mj-ea"/>
                <a:cs typeface="+mj-cs"/>
              </a:rPr>
              <a:t>Facteurs Clés </a:t>
            </a:r>
            <a:endParaRPr lang="en-US" sz="5000" kern="1200" cap="all" spc="100" baseline="0" dirty="0">
              <a:solidFill>
                <a:schemeClr val="tx1">
                  <a:lumMod val="95000"/>
                  <a:lumOff val="5000"/>
                </a:schemeClr>
              </a:solidFill>
              <a:latin typeface="+mj-lt"/>
              <a:ea typeface="+mj-ea"/>
              <a:cs typeface="+mj-cs"/>
            </a:endParaRPr>
          </a:p>
        </p:txBody>
      </p:sp>
      <p:sp>
        <p:nvSpPr>
          <p:cNvPr id="3" name="Slide Number Placeholder 2">
            <a:extLst>
              <a:ext uri="{FF2B5EF4-FFF2-40B4-BE49-F238E27FC236}">
                <a16:creationId xmlns:a16="http://schemas.microsoft.com/office/drawing/2014/main" id="{B9CAC173-40B9-CA34-F659-B441D104C6EA}"/>
              </a:ext>
            </a:extLst>
          </p:cNvPr>
          <p:cNvSpPr>
            <a:spLocks/>
          </p:cNvSpPr>
          <p:nvPr/>
        </p:nvSpPr>
        <p:spPr>
          <a:xfrm>
            <a:off x="9219075" y="6111374"/>
            <a:ext cx="700475" cy="197351"/>
          </a:xfrm>
          <a:prstGeom prst="rect">
            <a:avLst/>
          </a:prstGeom>
        </p:spPr>
        <p:txBody>
          <a:bodyPr/>
          <a:lstStyle/>
          <a:p>
            <a:pPr defTabSz="649224">
              <a:spcAft>
                <a:spcPts val="600"/>
              </a:spcAft>
            </a:pPr>
            <a:fld id="{B4E73946-9152-2148-B286-BEF1B04A8193}" type="slidenum">
              <a:rPr lang="en-US" sz="1278" kern="1200">
                <a:solidFill>
                  <a:schemeClr val="tx1"/>
                </a:solidFill>
                <a:latin typeface="+mn-lt"/>
                <a:ea typeface="+mn-ea"/>
                <a:cs typeface="+mn-cs"/>
              </a:rPr>
              <a:pPr defTabSz="649224">
                <a:spcAft>
                  <a:spcPts val="600"/>
                </a:spcAft>
              </a:pPr>
              <a:t>5</a:t>
            </a:fld>
            <a:endParaRPr lang="en-US"/>
          </a:p>
        </p:txBody>
      </p:sp>
      <p:sp>
        <p:nvSpPr>
          <p:cNvPr id="4" name="Text Placeholder 3">
            <a:extLst>
              <a:ext uri="{FF2B5EF4-FFF2-40B4-BE49-F238E27FC236}">
                <a16:creationId xmlns:a16="http://schemas.microsoft.com/office/drawing/2014/main" id="{70E0A875-2C28-B642-96E0-4844B5F31FFB}"/>
              </a:ext>
            </a:extLst>
          </p:cNvPr>
          <p:cNvSpPr>
            <a:spLocks/>
          </p:cNvSpPr>
          <p:nvPr/>
        </p:nvSpPr>
        <p:spPr>
          <a:xfrm>
            <a:off x="1153005" y="2850128"/>
            <a:ext cx="2362233" cy="1712393"/>
          </a:xfrm>
          <a:prstGeom prst="rect">
            <a:avLst/>
          </a:prstGeom>
        </p:spPr>
        <p:txBody>
          <a:bodyPr/>
          <a:lstStyle/>
          <a:p>
            <a:pPr defTabSz="649224">
              <a:spcAft>
                <a:spcPts val="600"/>
              </a:spcAft>
            </a:pPr>
            <a:r>
              <a:rPr lang="fr-FR" sz="1278" kern="1200">
                <a:solidFill>
                  <a:srgbClr val="555555"/>
                </a:solidFill>
                <a:highlight>
                  <a:srgbClr val="FFFFFF"/>
                </a:highlight>
                <a:latin typeface="Tw Cen MT (Body)"/>
                <a:ea typeface="+mn-ea"/>
                <a:cs typeface="+mn-cs"/>
              </a:rPr>
              <a:t>L'alignement des objectifs commerciaux avec les initiatives de transformation numérique est crucial. Il s'agit de repenser les modèles commerciaux, d'identifier de nouvelles opportunités de croissance et d'adapter les processus pour rester compétitif sur le marché.</a:t>
            </a:r>
            <a:endParaRPr lang="LID4096">
              <a:latin typeface="Tw Cen MT (Body)"/>
            </a:endParaRPr>
          </a:p>
        </p:txBody>
      </p:sp>
      <p:sp>
        <p:nvSpPr>
          <p:cNvPr id="5" name="Text Placeholder 4">
            <a:extLst>
              <a:ext uri="{FF2B5EF4-FFF2-40B4-BE49-F238E27FC236}">
                <a16:creationId xmlns:a16="http://schemas.microsoft.com/office/drawing/2014/main" id="{BDEC938B-24CE-F774-ACE9-110E85D9938E}"/>
              </a:ext>
            </a:extLst>
          </p:cNvPr>
          <p:cNvSpPr>
            <a:spLocks/>
          </p:cNvSpPr>
          <p:nvPr/>
        </p:nvSpPr>
        <p:spPr>
          <a:xfrm>
            <a:off x="1602781" y="2382193"/>
            <a:ext cx="2362233" cy="433575"/>
          </a:xfrm>
          <a:prstGeom prst="rect">
            <a:avLst/>
          </a:prstGeom>
        </p:spPr>
        <p:txBody>
          <a:bodyPr/>
          <a:lstStyle/>
          <a:p>
            <a:pPr defTabSz="649224">
              <a:spcAft>
                <a:spcPts val="600"/>
              </a:spcAft>
            </a:pPr>
            <a:r>
              <a:rPr lang="de-DE" sz="1278" b="1" kern="1200">
                <a:solidFill>
                  <a:srgbClr val="555555"/>
                </a:solidFill>
                <a:highlight>
                  <a:srgbClr val="FFFFFF"/>
                </a:highlight>
                <a:latin typeface="Noto sans" panose="020B0502040504020204" pitchFamily="34" charset="0"/>
                <a:ea typeface="+mn-ea"/>
                <a:cs typeface="+mn-cs"/>
              </a:rPr>
              <a:t>Business</a:t>
            </a:r>
            <a:endParaRPr lang="LID4096"/>
          </a:p>
        </p:txBody>
      </p:sp>
      <p:sp>
        <p:nvSpPr>
          <p:cNvPr id="6" name="Text Placeholder 5">
            <a:extLst>
              <a:ext uri="{FF2B5EF4-FFF2-40B4-BE49-F238E27FC236}">
                <a16:creationId xmlns:a16="http://schemas.microsoft.com/office/drawing/2014/main" id="{F6F03A43-1BB4-CA2E-ACAA-7A098D48569D}"/>
              </a:ext>
            </a:extLst>
          </p:cNvPr>
          <p:cNvSpPr>
            <a:spLocks/>
          </p:cNvSpPr>
          <p:nvPr/>
        </p:nvSpPr>
        <p:spPr>
          <a:xfrm>
            <a:off x="4302488" y="2353610"/>
            <a:ext cx="2362233" cy="433575"/>
          </a:xfrm>
          <a:prstGeom prst="rect">
            <a:avLst/>
          </a:prstGeom>
        </p:spPr>
        <p:txBody>
          <a:bodyPr/>
          <a:lstStyle/>
          <a:p>
            <a:pPr defTabSz="649224">
              <a:spcAft>
                <a:spcPts val="600"/>
              </a:spcAft>
            </a:pPr>
            <a:r>
              <a:rPr lang="de-DE" sz="1278" b="1" kern="1200">
                <a:solidFill>
                  <a:srgbClr val="555555"/>
                </a:solidFill>
                <a:highlight>
                  <a:srgbClr val="FFFFFF"/>
                </a:highlight>
                <a:latin typeface="Noto sans" panose="020B0502040504020204" pitchFamily="34" charset="0"/>
                <a:ea typeface="+mn-ea"/>
                <a:cs typeface="+mn-cs"/>
              </a:rPr>
              <a:t>Technologie</a:t>
            </a:r>
            <a:endParaRPr lang="LID4096"/>
          </a:p>
        </p:txBody>
      </p:sp>
      <p:sp>
        <p:nvSpPr>
          <p:cNvPr id="7" name="Text Placeholder 6">
            <a:extLst>
              <a:ext uri="{FF2B5EF4-FFF2-40B4-BE49-F238E27FC236}">
                <a16:creationId xmlns:a16="http://schemas.microsoft.com/office/drawing/2014/main" id="{A2CABF09-7282-B4C1-48C4-82C40A0DBAA7}"/>
              </a:ext>
            </a:extLst>
          </p:cNvPr>
          <p:cNvSpPr>
            <a:spLocks/>
          </p:cNvSpPr>
          <p:nvPr/>
        </p:nvSpPr>
        <p:spPr>
          <a:xfrm>
            <a:off x="4125507" y="2850131"/>
            <a:ext cx="2362233" cy="1712390"/>
          </a:xfrm>
          <a:prstGeom prst="rect">
            <a:avLst/>
          </a:prstGeom>
        </p:spPr>
        <p:txBody>
          <a:bodyPr/>
          <a:lstStyle/>
          <a:p>
            <a:pPr defTabSz="649224">
              <a:spcAft>
                <a:spcPts val="600"/>
              </a:spcAft>
            </a:pPr>
            <a:r>
              <a:rPr lang="fr-FR" sz="1278" kern="1200" dirty="0">
                <a:solidFill>
                  <a:schemeClr val="tx1"/>
                </a:solidFill>
                <a:latin typeface="+mn-lt"/>
                <a:ea typeface="+mn-ea"/>
                <a:cs typeface="+mn-cs"/>
              </a:rPr>
              <a:t>Le choix des bonnes technologies et leur intégration efficace sont essentiels. Cela implique l'adoption de solutions telles que le Cloud </a:t>
            </a:r>
            <a:r>
              <a:rPr lang="fr-FR" sz="1278" kern="1200" dirty="0" err="1">
                <a:solidFill>
                  <a:schemeClr val="tx1"/>
                </a:solidFill>
                <a:latin typeface="+mn-lt"/>
                <a:ea typeface="+mn-ea"/>
                <a:cs typeface="+mn-cs"/>
              </a:rPr>
              <a:t>Computing</a:t>
            </a:r>
            <a:r>
              <a:rPr lang="fr-FR" sz="1278" kern="1200" dirty="0">
                <a:solidFill>
                  <a:schemeClr val="tx1"/>
                </a:solidFill>
                <a:latin typeface="+mn-lt"/>
                <a:ea typeface="+mn-ea"/>
                <a:cs typeface="+mn-cs"/>
              </a:rPr>
              <a:t>, l'Internet des Objets (IoT) et l'Intelligence Artificielle pour améliorer l'efficacité opérationnelle et stimuler l'innovation.</a:t>
            </a:r>
            <a:endParaRPr lang="LID4096" dirty="0"/>
          </a:p>
        </p:txBody>
      </p:sp>
      <p:pic>
        <p:nvPicPr>
          <p:cNvPr id="9" name="Picture Placeholder 8">
            <a:extLst>
              <a:ext uri="{FF2B5EF4-FFF2-40B4-BE49-F238E27FC236}">
                <a16:creationId xmlns:a16="http://schemas.microsoft.com/office/drawing/2014/main" id="{128F5C93-461F-DF22-3598-9D091737D6E0}"/>
              </a:ext>
            </a:extLst>
          </p:cNvPr>
          <p:cNvPicPr>
            <a:picLocks noChangeAspect="1"/>
          </p:cNvPicPr>
          <p:nvPr/>
        </p:nvPicPr>
        <p:blipFill>
          <a:blip r:embed="rId2"/>
          <a:srcRect l="28711" r="28711"/>
          <a:stretch>
            <a:fillRect/>
          </a:stretch>
        </p:blipFill>
        <p:spPr>
          <a:xfrm>
            <a:off x="7791858" y="2286000"/>
            <a:ext cx="2066020" cy="3236854"/>
          </a:xfrm>
          <a:prstGeom prst="rect">
            <a:avLst/>
          </a:prstGeom>
        </p:spPr>
      </p:pic>
    </p:spTree>
    <p:extLst>
      <p:ext uri="{BB962C8B-B14F-4D97-AF65-F5344CB8AC3E}">
        <p14:creationId xmlns:p14="http://schemas.microsoft.com/office/powerpoint/2010/main" val="2514244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61657BD-3333-446A-A16A-CBDC77C8E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LID4096"/>
          </a:p>
        </p:txBody>
      </p:sp>
      <p:sp>
        <p:nvSpPr>
          <p:cNvPr id="16" name="Rectangle 15">
            <a:extLst>
              <a:ext uri="{FF2B5EF4-FFF2-40B4-BE49-F238E27FC236}">
                <a16:creationId xmlns:a16="http://schemas.microsoft.com/office/drawing/2014/main" id="{52CAFF06-4D3A-42A5-8614-B1FA47EA0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7" y="643467"/>
            <a:ext cx="10905066" cy="5571066"/>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B9CAC173-40B9-CA34-F659-B441D104C6EA}"/>
              </a:ext>
            </a:extLst>
          </p:cNvPr>
          <p:cNvSpPr>
            <a:spLocks/>
          </p:cNvSpPr>
          <p:nvPr/>
        </p:nvSpPr>
        <p:spPr>
          <a:xfrm>
            <a:off x="10824466" y="6375400"/>
            <a:ext cx="914063" cy="257527"/>
          </a:xfrm>
          <a:prstGeom prst="rect">
            <a:avLst/>
          </a:prstGeom>
        </p:spPr>
        <p:txBody>
          <a:bodyPr/>
          <a:lstStyle/>
          <a:p>
            <a:pPr defTabSz="850392">
              <a:spcAft>
                <a:spcPts val="600"/>
              </a:spcAft>
            </a:pPr>
            <a:fld id="{B4E73946-9152-2148-B286-BEF1B04A8193}" type="slidenum">
              <a:rPr lang="en-US" sz="1674" kern="1200">
                <a:solidFill>
                  <a:schemeClr val="tx1"/>
                </a:solidFill>
                <a:latin typeface="+mn-lt"/>
                <a:ea typeface="+mn-ea"/>
                <a:cs typeface="+mn-cs"/>
              </a:rPr>
              <a:pPr defTabSz="850392">
                <a:spcAft>
                  <a:spcPts val="600"/>
                </a:spcAft>
              </a:pPr>
              <a:t>6</a:t>
            </a:fld>
            <a:endParaRPr lang="en-US" dirty="0"/>
          </a:p>
        </p:txBody>
      </p:sp>
      <p:sp>
        <p:nvSpPr>
          <p:cNvPr id="4" name="Text Placeholder 3">
            <a:extLst>
              <a:ext uri="{FF2B5EF4-FFF2-40B4-BE49-F238E27FC236}">
                <a16:creationId xmlns:a16="http://schemas.microsoft.com/office/drawing/2014/main" id="{70E0A875-2C28-B642-96E0-4844B5F31FFB}"/>
              </a:ext>
            </a:extLst>
          </p:cNvPr>
          <p:cNvSpPr>
            <a:spLocks/>
          </p:cNvSpPr>
          <p:nvPr/>
        </p:nvSpPr>
        <p:spPr>
          <a:xfrm>
            <a:off x="830021" y="1660527"/>
            <a:ext cx="3082523" cy="2234534"/>
          </a:xfrm>
          <a:prstGeom prst="rect">
            <a:avLst/>
          </a:prstGeom>
        </p:spPr>
        <p:txBody>
          <a:bodyPr/>
          <a:lstStyle/>
          <a:p>
            <a:pPr defTabSz="850392">
              <a:spcAft>
                <a:spcPts val="600"/>
              </a:spcAft>
            </a:pPr>
            <a:r>
              <a:rPr lang="fr-FR" sz="1674" kern="1200">
                <a:solidFill>
                  <a:srgbClr val="555555"/>
                </a:solidFill>
                <a:highlight>
                  <a:srgbClr val="FFFFFF"/>
                </a:highlight>
                <a:latin typeface="Tw Cen MT (Body)"/>
                <a:ea typeface="+mn-ea"/>
                <a:cs typeface="+mn-cs"/>
              </a:rPr>
              <a:t>Les données sont au cœur de la transformation numérique. La collecte, l'analyse et l'utilisation de données pertinentes permettent de prendre des décisions éclairées, de personnaliser l'expérience client et d'optimiser les processus internes.</a:t>
            </a:r>
            <a:endParaRPr lang="fr-FR" b="0" i="0">
              <a:solidFill>
                <a:srgbClr val="666666"/>
              </a:solidFill>
              <a:effectLst/>
              <a:highlight>
                <a:srgbClr val="FFFFFF"/>
              </a:highlight>
              <a:latin typeface="Tw Cen MT (Body)"/>
            </a:endParaRPr>
          </a:p>
        </p:txBody>
      </p:sp>
      <p:sp>
        <p:nvSpPr>
          <p:cNvPr id="5" name="Text Placeholder 4">
            <a:extLst>
              <a:ext uri="{FF2B5EF4-FFF2-40B4-BE49-F238E27FC236}">
                <a16:creationId xmlns:a16="http://schemas.microsoft.com/office/drawing/2014/main" id="{BDEC938B-24CE-F774-ACE9-110E85D9938E}"/>
              </a:ext>
            </a:extLst>
          </p:cNvPr>
          <p:cNvSpPr>
            <a:spLocks/>
          </p:cNvSpPr>
          <p:nvPr/>
        </p:nvSpPr>
        <p:spPr>
          <a:xfrm>
            <a:off x="1373039" y="804333"/>
            <a:ext cx="3082523" cy="565780"/>
          </a:xfrm>
          <a:prstGeom prst="rect">
            <a:avLst/>
          </a:prstGeom>
        </p:spPr>
        <p:txBody>
          <a:bodyPr/>
          <a:lstStyle/>
          <a:p>
            <a:pPr defTabSz="850392">
              <a:spcAft>
                <a:spcPts val="600"/>
              </a:spcAft>
            </a:pPr>
            <a:r>
              <a:rPr lang="de-DE" sz="1674" b="1" kern="1200">
                <a:solidFill>
                  <a:srgbClr val="555555"/>
                </a:solidFill>
                <a:highlight>
                  <a:srgbClr val="FFFFFF"/>
                </a:highlight>
                <a:latin typeface="Noto sans" panose="020B0502040504020204" pitchFamily="34" charset="0"/>
                <a:ea typeface="+mn-ea"/>
                <a:cs typeface="+mn-cs"/>
              </a:rPr>
              <a:t>Données</a:t>
            </a:r>
            <a:endParaRPr lang="LID4096"/>
          </a:p>
        </p:txBody>
      </p:sp>
      <p:sp>
        <p:nvSpPr>
          <p:cNvPr id="6" name="Text Placeholder 5">
            <a:extLst>
              <a:ext uri="{FF2B5EF4-FFF2-40B4-BE49-F238E27FC236}">
                <a16:creationId xmlns:a16="http://schemas.microsoft.com/office/drawing/2014/main" id="{F6F03A43-1BB4-CA2E-ACAA-7A098D48569D}"/>
              </a:ext>
            </a:extLst>
          </p:cNvPr>
          <p:cNvSpPr>
            <a:spLocks/>
          </p:cNvSpPr>
          <p:nvPr/>
        </p:nvSpPr>
        <p:spPr>
          <a:xfrm>
            <a:off x="5223626" y="832918"/>
            <a:ext cx="3082523" cy="565780"/>
          </a:xfrm>
          <a:prstGeom prst="rect">
            <a:avLst/>
          </a:prstGeom>
        </p:spPr>
        <p:txBody>
          <a:bodyPr/>
          <a:lstStyle/>
          <a:p>
            <a:pPr defTabSz="850392">
              <a:spcAft>
                <a:spcPts val="600"/>
              </a:spcAft>
            </a:pPr>
            <a:r>
              <a:rPr lang="de-DE" sz="1674" b="1" kern="1200">
                <a:solidFill>
                  <a:srgbClr val="555555"/>
                </a:solidFill>
                <a:highlight>
                  <a:srgbClr val="FFFFFF"/>
                </a:highlight>
                <a:latin typeface="Noto sans" panose="020B0502040504020204" pitchFamily="34" charset="0"/>
                <a:ea typeface="+mn-ea"/>
                <a:cs typeface="+mn-cs"/>
              </a:rPr>
              <a:t>Personnes</a:t>
            </a:r>
            <a:endParaRPr lang="LID4096"/>
          </a:p>
        </p:txBody>
      </p:sp>
      <p:sp>
        <p:nvSpPr>
          <p:cNvPr id="7" name="Text Placeholder 6">
            <a:extLst>
              <a:ext uri="{FF2B5EF4-FFF2-40B4-BE49-F238E27FC236}">
                <a16:creationId xmlns:a16="http://schemas.microsoft.com/office/drawing/2014/main" id="{A2CABF09-7282-B4C1-48C4-82C40A0DBAA7}"/>
              </a:ext>
            </a:extLst>
          </p:cNvPr>
          <p:cNvSpPr>
            <a:spLocks/>
          </p:cNvSpPr>
          <p:nvPr/>
        </p:nvSpPr>
        <p:spPr>
          <a:xfrm>
            <a:off x="4455562" y="1660527"/>
            <a:ext cx="3082523" cy="2234530"/>
          </a:xfrm>
          <a:prstGeom prst="rect">
            <a:avLst/>
          </a:prstGeom>
        </p:spPr>
        <p:txBody>
          <a:bodyPr/>
          <a:lstStyle/>
          <a:p>
            <a:pPr defTabSz="850392">
              <a:spcAft>
                <a:spcPts val="600"/>
              </a:spcAft>
            </a:pPr>
            <a:r>
              <a:rPr lang="fr-FR" sz="1674" kern="1200">
                <a:solidFill>
                  <a:schemeClr val="tx1"/>
                </a:solidFill>
                <a:latin typeface="+mn-lt"/>
                <a:ea typeface="+mn-ea"/>
                <a:cs typeface="+mn-cs"/>
              </a:rPr>
              <a:t> Les collaborateurs sont des acteurs clés de la transformation numérique. Il est essentiel de former et d'impliquer les équipes, de favoriser une culture de l'innovation et de soutenir la transition vers de nouveaux modèles de travail.</a:t>
            </a:r>
            <a:endParaRPr lang="LID4096"/>
          </a:p>
        </p:txBody>
      </p:sp>
      <p:pic>
        <p:nvPicPr>
          <p:cNvPr id="9" name="Picture Placeholder 8">
            <a:extLst>
              <a:ext uri="{FF2B5EF4-FFF2-40B4-BE49-F238E27FC236}">
                <a16:creationId xmlns:a16="http://schemas.microsoft.com/office/drawing/2014/main" id="{128F5C93-461F-DF22-3598-9D091737D6E0}"/>
              </a:ext>
            </a:extLst>
          </p:cNvPr>
          <p:cNvPicPr>
            <a:picLocks noChangeAspect="1"/>
          </p:cNvPicPr>
          <p:nvPr/>
        </p:nvPicPr>
        <p:blipFill>
          <a:blip r:embed="rId2"/>
          <a:srcRect l="28711" r="28711"/>
          <a:stretch>
            <a:fillRect/>
          </a:stretch>
        </p:blipFill>
        <p:spPr>
          <a:xfrm>
            <a:off x="8585509" y="804334"/>
            <a:ext cx="2695989" cy="4223832"/>
          </a:xfrm>
          <a:prstGeom prst="rect">
            <a:avLst/>
          </a:prstGeom>
        </p:spPr>
      </p:pic>
    </p:spTree>
    <p:extLst>
      <p:ext uri="{BB962C8B-B14F-4D97-AF65-F5344CB8AC3E}">
        <p14:creationId xmlns:p14="http://schemas.microsoft.com/office/powerpoint/2010/main" val="1636513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6004C71-8658-22FE-44EA-D77979426319}"/>
              </a:ext>
            </a:extLst>
          </p:cNvPr>
          <p:cNvSpPr>
            <a:spLocks noGrp="1"/>
          </p:cNvSpPr>
          <p:nvPr>
            <p:ph type="title"/>
          </p:nvPr>
        </p:nvSpPr>
        <p:spPr>
          <a:xfrm>
            <a:off x="1024129" y="585216"/>
            <a:ext cx="4431792" cy="1499616"/>
          </a:xfrm>
        </p:spPr>
        <p:txBody>
          <a:bodyPr vert="horz" lIns="91440" tIns="45720" rIns="91440" bIns="45720" rtlCol="0" anchor="ctr">
            <a:normAutofit/>
          </a:bodyPr>
          <a:lstStyle/>
          <a:p>
            <a:r>
              <a:rPr lang="en-US" sz="5000" b="1">
                <a:latin typeface="+mj-lt"/>
              </a:rPr>
              <a:t>Moteurs Commerciaux</a:t>
            </a:r>
          </a:p>
        </p:txBody>
      </p:sp>
      <p:sp>
        <p:nvSpPr>
          <p:cNvPr id="4" name="Text Placeholder 3">
            <a:extLst>
              <a:ext uri="{FF2B5EF4-FFF2-40B4-BE49-F238E27FC236}">
                <a16:creationId xmlns:a16="http://schemas.microsoft.com/office/drawing/2014/main" id="{01B87D37-9E44-F48D-F7D0-E0BAD66B8741}"/>
              </a:ext>
            </a:extLst>
          </p:cNvPr>
          <p:cNvSpPr>
            <a:spLocks noGrp="1"/>
          </p:cNvSpPr>
          <p:nvPr>
            <p:ph type="body" sz="quarter" idx="13"/>
          </p:nvPr>
        </p:nvSpPr>
        <p:spPr>
          <a:xfrm>
            <a:off x="1024128" y="2286000"/>
            <a:ext cx="4429615" cy="3931920"/>
          </a:xfrm>
        </p:spPr>
        <p:txBody>
          <a:bodyPr vert="horz" lIns="45720" tIns="45720" rIns="45720" bIns="45720" rtlCol="0">
            <a:normAutofit/>
          </a:bodyPr>
          <a:lstStyle/>
          <a:p>
            <a:pPr>
              <a:buFont typeface="Arial" panose="020B0604020202020204" pitchFamily="34" charset="0"/>
              <a:buChar char="•"/>
            </a:pPr>
            <a:r>
              <a:rPr lang="en-US" b="0" i="0">
                <a:effectLst/>
                <a:highlight>
                  <a:srgbClr val="FFFFFF"/>
                </a:highlight>
              </a:rPr>
              <a:t>Perte de contact avec les clients</a:t>
            </a:r>
          </a:p>
          <a:p>
            <a:pPr>
              <a:buFont typeface="Arial" panose="020B0604020202020204" pitchFamily="34" charset="0"/>
              <a:buChar char="•"/>
            </a:pPr>
            <a:r>
              <a:rPr lang="en-US" b="0" i="0">
                <a:effectLst/>
                <a:highlight>
                  <a:srgbClr val="FFFFFF"/>
                </a:highlight>
              </a:rPr>
              <a:t>Stagnation sur les marchés</a:t>
            </a:r>
          </a:p>
          <a:p>
            <a:pPr>
              <a:buFont typeface="Arial" panose="020B0604020202020204" pitchFamily="34" charset="0"/>
              <a:buChar char="•"/>
            </a:pPr>
            <a:r>
              <a:rPr lang="en-US" b="0" i="0">
                <a:effectLst/>
                <a:highlight>
                  <a:srgbClr val="FFFFFF"/>
                </a:highlight>
              </a:rPr>
              <a:t>Inefficacité opérationnelle</a:t>
            </a:r>
          </a:p>
          <a:p>
            <a:pPr>
              <a:buFont typeface="Arial" panose="020B0604020202020204" pitchFamily="34" charset="0"/>
              <a:buChar char="•"/>
            </a:pPr>
            <a:r>
              <a:rPr lang="en-US" b="0" i="0">
                <a:effectLst/>
                <a:highlight>
                  <a:srgbClr val="FFFFFF"/>
                </a:highlight>
              </a:rPr>
              <a:t>Inefficacité de la prise de décision</a:t>
            </a:r>
          </a:p>
          <a:p>
            <a:pPr>
              <a:buFont typeface="Arial" panose="020B0604020202020204" pitchFamily="34" charset="0"/>
              <a:buChar char="•"/>
            </a:pPr>
            <a:r>
              <a:rPr lang="en-US" b="0" i="0">
                <a:effectLst/>
                <a:highlight>
                  <a:srgbClr val="FFFFFF"/>
                </a:highlight>
              </a:rPr>
              <a:t>Relations froides avec les clients</a:t>
            </a:r>
          </a:p>
        </p:txBody>
      </p:sp>
      <p:pic>
        <p:nvPicPr>
          <p:cNvPr id="7" name="Picture Placeholder 6">
            <a:extLst>
              <a:ext uri="{FF2B5EF4-FFF2-40B4-BE49-F238E27FC236}">
                <a16:creationId xmlns:a16="http://schemas.microsoft.com/office/drawing/2014/main" id="{1F37D903-DD22-C7AE-57F9-F67E85628621}"/>
              </a:ext>
            </a:extLst>
          </p:cNvPr>
          <p:cNvPicPr>
            <a:picLocks noGrp="1" noChangeAspect="1"/>
          </p:cNvPicPr>
          <p:nvPr>
            <p:ph type="pic" sz="quarter" idx="18"/>
          </p:nvPr>
        </p:nvPicPr>
        <p:blipFill>
          <a:blip r:embed="rId2"/>
          <a:srcRect l="8270" r="8270"/>
          <a:stretch>
            <a:fillRect/>
          </a:stretch>
        </p:blipFill>
        <p:spPr>
          <a:xfrm>
            <a:off x="6096000" y="1247221"/>
            <a:ext cx="5455921" cy="4363558"/>
          </a:xfrm>
          <a:prstGeom prst="rect">
            <a:avLst/>
          </a:prstGeom>
        </p:spPr>
      </p:pic>
      <p:sp>
        <p:nvSpPr>
          <p:cNvPr id="3" name="Slide Number Placeholder 2">
            <a:extLst>
              <a:ext uri="{FF2B5EF4-FFF2-40B4-BE49-F238E27FC236}">
                <a16:creationId xmlns:a16="http://schemas.microsoft.com/office/drawing/2014/main" id="{FB9F23B2-9A8B-BE83-2E98-E19EE29E809D}"/>
              </a:ext>
            </a:extLst>
          </p:cNvPr>
          <p:cNvSpPr>
            <a:spLocks noGrp="1"/>
          </p:cNvSpPr>
          <p:nvPr>
            <p:ph type="sldNum" sz="quarter" idx="12"/>
          </p:nvPr>
        </p:nvSpPr>
        <p:spPr>
          <a:xfrm>
            <a:off x="10837333" y="6470704"/>
            <a:ext cx="973667" cy="274320"/>
          </a:xfrm>
        </p:spPr>
        <p:txBody>
          <a:bodyPr vert="horz" lIns="91440" tIns="45720" rIns="91440" bIns="45720" rtlCol="0" anchor="ctr">
            <a:normAutofit/>
          </a:bodyPr>
          <a:lstStyle/>
          <a:p>
            <a:pPr>
              <a:spcAft>
                <a:spcPts val="600"/>
              </a:spcAft>
            </a:pPr>
            <a:fld id="{B4E73946-9152-2148-B286-BEF1B04A8193}" type="slidenum">
              <a:rPr lang="en-US" smtClean="0"/>
              <a:pPr>
                <a:spcAft>
                  <a:spcPts val="600"/>
                </a:spcAft>
              </a:pPr>
              <a:t>7</a:t>
            </a:fld>
            <a:endParaRPr lang="en-US"/>
          </a:p>
        </p:txBody>
      </p:sp>
    </p:spTree>
    <p:extLst>
      <p:ext uri="{BB962C8B-B14F-4D97-AF65-F5344CB8AC3E}">
        <p14:creationId xmlns:p14="http://schemas.microsoft.com/office/powerpoint/2010/main" val="3350087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914400" y="723900"/>
            <a:ext cx="10439400" cy="1320800"/>
          </a:xfrm>
          <a:prstGeom prst="rect">
            <a:avLst/>
          </a:prstGeom>
          <a:noFill/>
          <a:ln/>
        </p:spPr>
        <p:txBody>
          <a:bodyPr wrap="square" rtlCol="0" anchor="t"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de-DE" sz="4000" b="1" dirty="0">
                <a:effectLst/>
                <a:highlight>
                  <a:srgbClr val="FFFFFF"/>
                </a:highlight>
                <a:latin typeface="Tw Cen MT Condensed (Headings)"/>
              </a:rPr>
              <a:t>Moteurs Technologiques </a:t>
            </a:r>
            <a:endParaRPr lang="en-US" sz="4800" b="1" dirty="0">
              <a:latin typeface="Tw Cen MT Condensed (Headings)"/>
              <a:cs typeface="Poppins"/>
            </a:endParaRPr>
          </a:p>
        </p:txBody>
      </p:sp>
      <p:sp>
        <p:nvSpPr>
          <p:cNvPr id="4" name="Text 1"/>
          <p:cNvSpPr/>
          <p:nvPr/>
        </p:nvSpPr>
        <p:spPr>
          <a:xfrm>
            <a:off x="11353800" y="317500"/>
            <a:ext cx="368300" cy="355600"/>
          </a:xfrm>
          <a:prstGeom prst="rect">
            <a:avLst/>
          </a:prstGeom>
          <a:noFill/>
          <a:ln/>
        </p:spPr>
        <p:txBody>
          <a:bodyPr wrap="square" rtlCol="0" anchor="t"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50"/>
              <a:t>5</a:t>
            </a:r>
            <a:endParaRPr lang="en-US" sz="1050" dirty="0"/>
          </a:p>
        </p:txBody>
      </p:sp>
      <p:sp>
        <p:nvSpPr>
          <p:cNvPr id="5" name="Shape 2"/>
          <p:cNvSpPr/>
          <p:nvPr/>
        </p:nvSpPr>
        <p:spPr>
          <a:xfrm>
            <a:off x="393700" y="5880100"/>
            <a:ext cx="11328400" cy="12700"/>
          </a:xfrm>
          <a:prstGeom prst="line">
            <a:avLst/>
          </a:prstGeom>
          <a:noFill/>
          <a:ln>
            <a:solidFill>
              <a:srgbClr val="000000"/>
            </a:solidFill>
          </a:ln>
        </p:spPr>
        <p:txBody>
          <a:bodyPr/>
          <a:lstStyle/>
          <a:p>
            <a:endParaRPr lang="LID4096"/>
          </a:p>
        </p:txBody>
      </p:sp>
      <p:sp>
        <p:nvSpPr>
          <p:cNvPr id="7" name="TextBox 6">
            <a:extLst>
              <a:ext uri="{FF2B5EF4-FFF2-40B4-BE49-F238E27FC236}">
                <a16:creationId xmlns:a16="http://schemas.microsoft.com/office/drawing/2014/main" id="{C0225C30-26BC-0E18-4D46-79A0FD09130B}"/>
              </a:ext>
            </a:extLst>
          </p:cNvPr>
          <p:cNvSpPr txBox="1"/>
          <p:nvPr/>
        </p:nvSpPr>
        <p:spPr>
          <a:xfrm>
            <a:off x="1106905" y="1924325"/>
            <a:ext cx="6096000" cy="2031325"/>
          </a:xfrm>
          <a:prstGeom prst="rect">
            <a:avLst/>
          </a:prstGeom>
          <a:noFill/>
        </p:spPr>
        <p:txBody>
          <a:bodyPr wrap="square">
            <a:spAutoFit/>
          </a:bodyPr>
          <a:lstStyle/>
          <a:p>
            <a:pPr algn="l">
              <a:buFont typeface="Arial" panose="020B0604020202020204" pitchFamily="34" charset="0"/>
              <a:buChar char="•"/>
            </a:pPr>
            <a:r>
              <a:rPr lang="fr-FR" b="0" i="0" dirty="0">
                <a:solidFill>
                  <a:srgbClr val="666666"/>
                </a:solidFill>
                <a:effectLst/>
                <a:highlight>
                  <a:srgbClr val="FFFFFF"/>
                </a:highlight>
                <a:latin typeface="Tw Cen MT (Body)"/>
                <a:ea typeface="Noto Sans" panose="020B0502040504020204" pitchFamily="34" charset="0"/>
                <a:cs typeface="Noto Sans" panose="020B0502040504020204" pitchFamily="34" charset="0"/>
              </a:rPr>
              <a:t>Collecte de données diversifiée</a:t>
            </a:r>
          </a:p>
          <a:p>
            <a:pPr algn="l">
              <a:buFont typeface="Arial" panose="020B0604020202020204" pitchFamily="34" charset="0"/>
              <a:buChar char="•"/>
            </a:pPr>
            <a:r>
              <a:rPr lang="fr-FR" b="0" i="0" dirty="0">
                <a:solidFill>
                  <a:srgbClr val="666666"/>
                </a:solidFill>
                <a:effectLst/>
                <a:highlight>
                  <a:srgbClr val="FFFFFF"/>
                </a:highlight>
                <a:latin typeface="Tw Cen MT (Body)"/>
                <a:ea typeface="Noto Sans" panose="020B0502040504020204" pitchFamily="34" charset="0"/>
                <a:cs typeface="Noto Sans" panose="020B0502040504020204" pitchFamily="34" charset="0"/>
              </a:rPr>
              <a:t>Science des données contemporaine</a:t>
            </a:r>
          </a:p>
          <a:p>
            <a:pPr algn="l">
              <a:buFont typeface="Arial" panose="020B0604020202020204" pitchFamily="34" charset="0"/>
              <a:buChar char="•"/>
            </a:pPr>
            <a:r>
              <a:rPr lang="fr-FR" b="0" i="0" dirty="0">
                <a:solidFill>
                  <a:srgbClr val="666666"/>
                </a:solidFill>
                <a:effectLst/>
                <a:highlight>
                  <a:srgbClr val="FFFFFF"/>
                </a:highlight>
                <a:latin typeface="Tw Cen MT (Body)"/>
                <a:ea typeface="Noto Sans" panose="020B0502040504020204" pitchFamily="34" charset="0"/>
                <a:cs typeface="Noto Sans" panose="020B0502040504020204" pitchFamily="34" charset="0"/>
              </a:rPr>
              <a:t>Technologie d'automatisation sophistiquée</a:t>
            </a:r>
          </a:p>
          <a:p>
            <a:pPr algn="l">
              <a:buFont typeface="Arial" panose="020B0604020202020204" pitchFamily="34" charset="0"/>
              <a:buChar char="•"/>
            </a:pPr>
            <a:r>
              <a:rPr lang="fr-FR" b="0" i="0" dirty="0">
                <a:solidFill>
                  <a:srgbClr val="666666"/>
                </a:solidFill>
                <a:effectLst/>
                <a:highlight>
                  <a:srgbClr val="FFFFFF"/>
                </a:highlight>
                <a:latin typeface="Tw Cen MT (Body)"/>
                <a:ea typeface="Noto Sans" panose="020B0502040504020204" pitchFamily="34" charset="0"/>
                <a:cs typeface="Noto Sans" panose="020B0502040504020204" pitchFamily="34" charset="0"/>
              </a:rPr>
              <a:t>Prise de décision autonome</a:t>
            </a:r>
          </a:p>
          <a:p>
            <a:pPr algn="l">
              <a:buFont typeface="Arial" panose="020B0604020202020204" pitchFamily="34" charset="0"/>
              <a:buChar char="•"/>
            </a:pPr>
            <a:r>
              <a:rPr lang="fr-FR" b="0" i="0" dirty="0">
                <a:solidFill>
                  <a:srgbClr val="666666"/>
                </a:solidFill>
                <a:effectLst/>
                <a:highlight>
                  <a:srgbClr val="FFFFFF"/>
                </a:highlight>
                <a:latin typeface="Tw Cen MT (Body)"/>
                <a:ea typeface="Noto Sans" panose="020B0502040504020204" pitchFamily="34" charset="0"/>
                <a:cs typeface="Noto Sans" panose="020B0502040504020204" pitchFamily="34" charset="0"/>
              </a:rPr>
              <a:t>Ressources informatiques centralisées, évolutives et résilientes</a:t>
            </a:r>
          </a:p>
          <a:p>
            <a:pPr algn="l">
              <a:buFont typeface="Arial" panose="020B0604020202020204" pitchFamily="34" charset="0"/>
              <a:buChar char="•"/>
            </a:pPr>
            <a:r>
              <a:rPr lang="fr-FR" b="0" i="0" dirty="0">
                <a:solidFill>
                  <a:srgbClr val="666666"/>
                </a:solidFill>
                <a:effectLst/>
                <a:highlight>
                  <a:srgbClr val="FFFFFF"/>
                </a:highlight>
                <a:latin typeface="Tw Cen MT (Body)"/>
                <a:ea typeface="Noto Sans" panose="020B0502040504020204" pitchFamily="34" charset="0"/>
                <a:cs typeface="Noto Sans" panose="020B0502040504020204" pitchFamily="34" charset="0"/>
              </a:rPr>
              <a:t>Stockage de données immuable</a:t>
            </a:r>
          </a:p>
          <a:p>
            <a:pPr algn="l">
              <a:buFont typeface="Arial" panose="020B0604020202020204" pitchFamily="34" charset="0"/>
              <a:buChar char="•"/>
            </a:pPr>
            <a:r>
              <a:rPr lang="fr-FR" b="0" i="0" dirty="0">
                <a:solidFill>
                  <a:srgbClr val="666666"/>
                </a:solidFill>
                <a:effectLst/>
                <a:highlight>
                  <a:srgbClr val="FFFFFF"/>
                </a:highlight>
                <a:latin typeface="Tw Cen MT (Body)"/>
                <a:ea typeface="Noto Sans" panose="020B0502040504020204" pitchFamily="34" charset="0"/>
                <a:cs typeface="Noto Sans" panose="020B0502040504020204" pitchFamily="34" charset="0"/>
              </a:rPr>
              <a:t>Accès multi-expérience omniprésent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DA0C-6982-4A5D-C12A-0B3FBC1A84FC}"/>
              </a:ext>
            </a:extLst>
          </p:cNvPr>
          <p:cNvSpPr>
            <a:spLocks noGrp="1"/>
          </p:cNvSpPr>
          <p:nvPr>
            <p:ph type="title"/>
          </p:nvPr>
        </p:nvSpPr>
        <p:spPr/>
        <p:txBody>
          <a:bodyPr>
            <a:normAutofit/>
          </a:bodyPr>
          <a:lstStyle/>
          <a:p>
            <a:r>
              <a:rPr lang="de-DE" sz="4000" b="1" i="0">
                <a:solidFill>
                  <a:srgbClr val="666666"/>
                </a:solidFill>
                <a:effectLst/>
                <a:highlight>
                  <a:srgbClr val="FFFFFF"/>
                </a:highlight>
                <a:latin typeface="Tw Cen MT Condensed (Headings)"/>
              </a:rPr>
              <a:t>Plan de Transformation</a:t>
            </a:r>
            <a:endParaRPr lang="LID4096" sz="4000" dirty="0">
              <a:latin typeface="Tw Cen MT Condensed (Headings)"/>
            </a:endParaRPr>
          </a:p>
        </p:txBody>
      </p:sp>
      <p:graphicFrame>
        <p:nvGraphicFramePr>
          <p:cNvPr id="10" name="Content Placeholder 2">
            <a:extLst>
              <a:ext uri="{FF2B5EF4-FFF2-40B4-BE49-F238E27FC236}">
                <a16:creationId xmlns:a16="http://schemas.microsoft.com/office/drawing/2014/main" id="{22D1DFA0-3865-FC42-566D-67ADC2C601CF}"/>
              </a:ext>
            </a:extLst>
          </p:cNvPr>
          <p:cNvGraphicFramePr>
            <a:graphicFrameLocks noGrp="1"/>
          </p:cNvGraphicFramePr>
          <p:nvPr>
            <p:ph idx="1"/>
            <p:extLst>
              <p:ext uri="{D42A27DB-BD31-4B8C-83A1-F6EECF244321}">
                <p14:modId xmlns:p14="http://schemas.microsoft.com/office/powerpoint/2010/main" val="3125001590"/>
              </p:ext>
            </p:extLst>
          </p:nvPr>
        </p:nvGraphicFramePr>
        <p:xfrm>
          <a:off x="822430" y="1779638"/>
          <a:ext cx="10501736" cy="40971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C006F8EE-35CA-76F7-DEB7-464E305FDECA}"/>
              </a:ext>
            </a:extLst>
          </p:cNvPr>
          <p:cNvSpPr>
            <a:spLocks noGrp="1"/>
          </p:cNvSpPr>
          <p:nvPr>
            <p:ph type="sldNum" sz="quarter" idx="12"/>
          </p:nvPr>
        </p:nvSpPr>
        <p:spPr/>
        <p:txBody>
          <a:bodyPr/>
          <a:lstStyle/>
          <a:p>
            <a:fld id="{2E72D20E-321F-EE4C-A76D-7EFD4B1BDA03}" type="slidenum">
              <a:rPr lang="en-US" smtClean="0"/>
              <a:pPr/>
              <a:t>9</a:t>
            </a:fld>
            <a:endParaRPr lang="en-US" dirty="0"/>
          </a:p>
        </p:txBody>
      </p:sp>
    </p:spTree>
    <p:extLst>
      <p:ext uri="{BB962C8B-B14F-4D97-AF65-F5344CB8AC3E}">
        <p14:creationId xmlns:p14="http://schemas.microsoft.com/office/powerpoint/2010/main" val="358152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04B40BA-AC44-064D-0F46-218F1DEE2EB3}"/>
              </a:ext>
            </a:extLst>
          </p:cNvPr>
          <p:cNvSpPr>
            <a:spLocks noGrp="1"/>
          </p:cNvSpPr>
          <p:nvPr>
            <p:ph type="title"/>
          </p:nvPr>
        </p:nvSpPr>
        <p:spPr>
          <a:xfrm>
            <a:off x="1024128" y="585216"/>
            <a:ext cx="9720072" cy="1499616"/>
          </a:xfrm>
        </p:spPr>
        <p:txBody>
          <a:bodyPr vert="horz" lIns="91440" tIns="45720" rIns="91440" bIns="45720" rtlCol="0" anchor="ctr">
            <a:normAutofit/>
          </a:bodyPr>
          <a:lstStyle/>
          <a:p>
            <a:r>
              <a:rPr lang="en-US" sz="5000" kern="1200" cap="all" spc="100" baseline="0" dirty="0">
                <a:solidFill>
                  <a:schemeClr val="tx1">
                    <a:lumMod val="95000"/>
                    <a:lumOff val="5000"/>
                  </a:schemeClr>
                </a:solidFill>
                <a:latin typeface="+mj-lt"/>
                <a:ea typeface="+mj-ea"/>
                <a:cs typeface="+mj-cs"/>
              </a:rPr>
              <a:t>Avantages attendus </a:t>
            </a:r>
          </a:p>
        </p:txBody>
      </p:sp>
      <p:sp>
        <p:nvSpPr>
          <p:cNvPr id="3" name="Slide Number Placeholder 2">
            <a:extLst>
              <a:ext uri="{FF2B5EF4-FFF2-40B4-BE49-F238E27FC236}">
                <a16:creationId xmlns:a16="http://schemas.microsoft.com/office/drawing/2014/main" id="{1CE14698-0AA9-A135-0FF6-998DD3F3DD33}"/>
              </a:ext>
            </a:extLst>
          </p:cNvPr>
          <p:cNvSpPr>
            <a:spLocks/>
          </p:cNvSpPr>
          <p:nvPr/>
        </p:nvSpPr>
        <p:spPr>
          <a:xfrm>
            <a:off x="10744200" y="6406255"/>
            <a:ext cx="843617" cy="237680"/>
          </a:xfrm>
          <a:prstGeom prst="rect">
            <a:avLst/>
          </a:prstGeom>
        </p:spPr>
        <p:txBody>
          <a:bodyPr/>
          <a:lstStyle/>
          <a:p>
            <a:pPr defTabSz="786384">
              <a:spcAft>
                <a:spcPts val="600"/>
              </a:spcAft>
            </a:pPr>
            <a:fld id="{B4E73946-9152-2148-B286-BEF1B04A8193}" type="slidenum">
              <a:rPr lang="en-US" sz="1548" kern="1200" smtClean="0">
                <a:solidFill>
                  <a:schemeClr val="tx1"/>
                </a:solidFill>
                <a:latin typeface="+mn-lt"/>
                <a:ea typeface="+mn-ea"/>
                <a:cs typeface="+mn-cs"/>
              </a:rPr>
              <a:pPr defTabSz="786384">
                <a:spcAft>
                  <a:spcPts val="600"/>
                </a:spcAft>
              </a:pPr>
              <a:t>10</a:t>
            </a:fld>
            <a:endParaRPr lang="en-US"/>
          </a:p>
        </p:txBody>
      </p:sp>
      <p:sp>
        <p:nvSpPr>
          <p:cNvPr id="4" name="Text Placeholder 3">
            <a:extLst>
              <a:ext uri="{FF2B5EF4-FFF2-40B4-BE49-F238E27FC236}">
                <a16:creationId xmlns:a16="http://schemas.microsoft.com/office/drawing/2014/main" id="{8E595CCF-6907-D3E1-01B2-7FD4D1B56BCC}"/>
              </a:ext>
            </a:extLst>
          </p:cNvPr>
          <p:cNvSpPr>
            <a:spLocks/>
          </p:cNvSpPr>
          <p:nvPr/>
        </p:nvSpPr>
        <p:spPr>
          <a:xfrm>
            <a:off x="876454" y="2751822"/>
            <a:ext cx="2844955" cy="740143"/>
          </a:xfrm>
          <a:prstGeom prst="rect">
            <a:avLst/>
          </a:prstGeom>
        </p:spPr>
        <p:txBody>
          <a:bodyPr/>
          <a:lstStyle/>
          <a:p>
            <a:pPr defTabSz="786384">
              <a:spcAft>
                <a:spcPts val="600"/>
              </a:spcAft>
            </a:pPr>
            <a:r>
              <a:rPr lang="fr-FR" sz="1548" kern="1200">
                <a:solidFill>
                  <a:schemeClr val="tx1"/>
                </a:solidFill>
                <a:latin typeface="+mn-lt"/>
                <a:ea typeface="+mn-ea"/>
                <a:cs typeface="+mn-cs"/>
              </a:rPr>
              <a:t>Optimisation des processus internes, réduction des coûts et augmentation de la productivité.</a:t>
            </a:r>
            <a:endParaRPr lang="LID4096" dirty="0"/>
          </a:p>
        </p:txBody>
      </p:sp>
      <p:sp>
        <p:nvSpPr>
          <p:cNvPr id="5" name="Text Placeholder 4">
            <a:extLst>
              <a:ext uri="{FF2B5EF4-FFF2-40B4-BE49-F238E27FC236}">
                <a16:creationId xmlns:a16="http://schemas.microsoft.com/office/drawing/2014/main" id="{7410B7D4-663A-CE29-E3AA-40A1AA2D7299}"/>
              </a:ext>
            </a:extLst>
          </p:cNvPr>
          <p:cNvSpPr>
            <a:spLocks/>
          </p:cNvSpPr>
          <p:nvPr/>
        </p:nvSpPr>
        <p:spPr>
          <a:xfrm>
            <a:off x="1023937" y="2243485"/>
            <a:ext cx="2844955" cy="522175"/>
          </a:xfrm>
          <a:prstGeom prst="rect">
            <a:avLst/>
          </a:prstGeom>
        </p:spPr>
        <p:txBody>
          <a:bodyPr/>
          <a:lstStyle/>
          <a:p>
            <a:pPr defTabSz="786384">
              <a:spcAft>
                <a:spcPts val="600"/>
              </a:spcAft>
            </a:pPr>
            <a:r>
              <a:rPr lang="fr-FR" sz="1548" kern="1200">
                <a:solidFill>
                  <a:schemeClr val="tx2">
                    <a:lumMod val="60000"/>
                    <a:lumOff val="40000"/>
                  </a:schemeClr>
                </a:solidFill>
                <a:latin typeface="+mn-lt"/>
                <a:ea typeface="+mn-ea"/>
                <a:cs typeface="+mn-cs"/>
              </a:rPr>
              <a:t>Amélioration de l'efficacité opérationnelle</a:t>
            </a:r>
            <a:endParaRPr lang="LID4096" dirty="0">
              <a:solidFill>
                <a:schemeClr val="tx2">
                  <a:lumMod val="60000"/>
                  <a:lumOff val="40000"/>
                </a:schemeClr>
              </a:solidFill>
            </a:endParaRPr>
          </a:p>
        </p:txBody>
      </p:sp>
      <p:sp>
        <p:nvSpPr>
          <p:cNvPr id="6" name="Text Placeholder 5">
            <a:extLst>
              <a:ext uri="{FF2B5EF4-FFF2-40B4-BE49-F238E27FC236}">
                <a16:creationId xmlns:a16="http://schemas.microsoft.com/office/drawing/2014/main" id="{994CC69D-5167-B35C-353F-53B3A798F563}"/>
              </a:ext>
            </a:extLst>
          </p:cNvPr>
          <p:cNvSpPr>
            <a:spLocks/>
          </p:cNvSpPr>
          <p:nvPr/>
        </p:nvSpPr>
        <p:spPr>
          <a:xfrm>
            <a:off x="4475818" y="2176771"/>
            <a:ext cx="2844955" cy="522175"/>
          </a:xfrm>
          <a:prstGeom prst="rect">
            <a:avLst/>
          </a:prstGeom>
        </p:spPr>
        <p:txBody>
          <a:bodyPr/>
          <a:lstStyle/>
          <a:p>
            <a:pPr defTabSz="786384">
              <a:spcAft>
                <a:spcPts val="600"/>
              </a:spcAft>
            </a:pPr>
            <a:r>
              <a:rPr lang="fr-FR" sz="1548" kern="1200">
                <a:solidFill>
                  <a:schemeClr val="tx2">
                    <a:lumMod val="60000"/>
                    <a:lumOff val="40000"/>
                  </a:schemeClr>
                </a:solidFill>
                <a:latin typeface="+mn-lt"/>
                <a:ea typeface="+mn-ea"/>
                <a:cs typeface="+mn-cs"/>
              </a:rPr>
              <a:t>Renforcement de l'expérience client </a:t>
            </a:r>
            <a:endParaRPr lang="LID4096" dirty="0">
              <a:solidFill>
                <a:schemeClr val="tx2">
                  <a:lumMod val="60000"/>
                  <a:lumOff val="40000"/>
                </a:schemeClr>
              </a:solidFill>
            </a:endParaRPr>
          </a:p>
        </p:txBody>
      </p:sp>
      <p:sp>
        <p:nvSpPr>
          <p:cNvPr id="7" name="Text Placeholder 6">
            <a:extLst>
              <a:ext uri="{FF2B5EF4-FFF2-40B4-BE49-F238E27FC236}">
                <a16:creationId xmlns:a16="http://schemas.microsoft.com/office/drawing/2014/main" id="{115C3ACE-BC57-F4BD-171E-C6E13AD42587}"/>
              </a:ext>
            </a:extLst>
          </p:cNvPr>
          <p:cNvSpPr>
            <a:spLocks/>
          </p:cNvSpPr>
          <p:nvPr/>
        </p:nvSpPr>
        <p:spPr>
          <a:xfrm>
            <a:off x="7997014" y="2266344"/>
            <a:ext cx="2844955" cy="522175"/>
          </a:xfrm>
          <a:prstGeom prst="rect">
            <a:avLst/>
          </a:prstGeom>
        </p:spPr>
        <p:txBody>
          <a:bodyPr/>
          <a:lstStyle/>
          <a:p>
            <a:pPr defTabSz="786384">
              <a:spcAft>
                <a:spcPts val="600"/>
              </a:spcAft>
            </a:pPr>
            <a:r>
              <a:rPr lang="fr-FR" sz="1548" kern="1200">
                <a:solidFill>
                  <a:schemeClr val="tx2">
                    <a:lumMod val="60000"/>
                    <a:lumOff val="40000"/>
                  </a:schemeClr>
                </a:solidFill>
                <a:latin typeface="+mn-lt"/>
                <a:ea typeface="+mn-ea"/>
                <a:cs typeface="+mn-cs"/>
              </a:rPr>
              <a:t>Stimulation de l'innovation</a:t>
            </a:r>
            <a:endParaRPr lang="LID4096" dirty="0">
              <a:solidFill>
                <a:schemeClr val="tx2">
                  <a:lumMod val="60000"/>
                  <a:lumOff val="40000"/>
                </a:schemeClr>
              </a:solidFill>
            </a:endParaRPr>
          </a:p>
        </p:txBody>
      </p:sp>
      <p:sp>
        <p:nvSpPr>
          <p:cNvPr id="8" name="Text Placeholder 7">
            <a:extLst>
              <a:ext uri="{FF2B5EF4-FFF2-40B4-BE49-F238E27FC236}">
                <a16:creationId xmlns:a16="http://schemas.microsoft.com/office/drawing/2014/main" id="{5CA06010-05E6-35E7-4E34-5137826EEEFB}"/>
              </a:ext>
            </a:extLst>
          </p:cNvPr>
          <p:cNvSpPr>
            <a:spLocks/>
          </p:cNvSpPr>
          <p:nvPr/>
        </p:nvSpPr>
        <p:spPr>
          <a:xfrm>
            <a:off x="4370060" y="2748563"/>
            <a:ext cx="2844955" cy="865238"/>
          </a:xfrm>
          <a:prstGeom prst="rect">
            <a:avLst/>
          </a:prstGeom>
        </p:spPr>
        <p:txBody>
          <a:bodyPr/>
          <a:lstStyle/>
          <a:p>
            <a:pPr defTabSz="786384">
              <a:spcAft>
                <a:spcPts val="600"/>
              </a:spcAft>
            </a:pPr>
            <a:r>
              <a:rPr lang="fr-FR" sz="1548" kern="1200">
                <a:solidFill>
                  <a:schemeClr val="tx1"/>
                </a:solidFill>
                <a:latin typeface="+mn-lt"/>
                <a:ea typeface="+mn-ea"/>
                <a:cs typeface="+mn-cs"/>
              </a:rPr>
              <a:t>Personnalisation des interactions, amélioration des services et fidélisation de la clientèle.</a:t>
            </a:r>
            <a:endParaRPr lang="LID4096" dirty="0"/>
          </a:p>
        </p:txBody>
      </p:sp>
      <p:sp>
        <p:nvSpPr>
          <p:cNvPr id="9" name="Text Placeholder 8">
            <a:extLst>
              <a:ext uri="{FF2B5EF4-FFF2-40B4-BE49-F238E27FC236}">
                <a16:creationId xmlns:a16="http://schemas.microsoft.com/office/drawing/2014/main" id="{0A6589BB-EDD5-3822-76B0-96E0C0307999}"/>
              </a:ext>
            </a:extLst>
          </p:cNvPr>
          <p:cNvSpPr>
            <a:spLocks/>
          </p:cNvSpPr>
          <p:nvPr/>
        </p:nvSpPr>
        <p:spPr>
          <a:xfrm>
            <a:off x="7821941" y="2591978"/>
            <a:ext cx="2844955" cy="1059829"/>
          </a:xfrm>
          <a:prstGeom prst="rect">
            <a:avLst/>
          </a:prstGeom>
        </p:spPr>
        <p:txBody>
          <a:bodyPr/>
          <a:lstStyle/>
          <a:p>
            <a:pPr defTabSz="786384">
              <a:spcAft>
                <a:spcPts val="600"/>
              </a:spcAft>
            </a:pPr>
            <a:r>
              <a:rPr lang="fr-FR" sz="1548" kern="1200">
                <a:solidFill>
                  <a:schemeClr val="tx1"/>
                </a:solidFill>
                <a:latin typeface="+mn-lt"/>
                <a:ea typeface="+mn-ea"/>
                <a:cs typeface="+mn-cs"/>
              </a:rPr>
              <a:t>Développement de nouveaux produits et services, adoption de technologies de pointe et différenciation sur le marché.</a:t>
            </a:r>
            <a:endParaRPr lang="LID4096" dirty="0"/>
          </a:p>
        </p:txBody>
      </p:sp>
      <p:sp>
        <p:nvSpPr>
          <p:cNvPr id="16" name="Text Placeholder 4">
            <a:extLst>
              <a:ext uri="{FF2B5EF4-FFF2-40B4-BE49-F238E27FC236}">
                <a16:creationId xmlns:a16="http://schemas.microsoft.com/office/drawing/2014/main" id="{085137A8-85B6-17F8-4954-0F6059E0B0A8}"/>
              </a:ext>
            </a:extLst>
          </p:cNvPr>
          <p:cNvSpPr txBox="1">
            <a:spLocks/>
          </p:cNvSpPr>
          <p:nvPr/>
        </p:nvSpPr>
        <p:spPr>
          <a:xfrm>
            <a:off x="5792537" y="3667913"/>
            <a:ext cx="2844955" cy="522175"/>
          </a:xfrm>
          <a:prstGeom prst="rect">
            <a:avLst/>
          </a:prstGeom>
        </p:spPr>
        <p:txBody>
          <a:bodyPr vert="horz" lIns="45720" tIns="45720" rIns="45720" bIns="45720" rtlCol="0" anchor="b">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1650" kern="1200">
                <a:solidFill>
                  <a:schemeClr val="bg1">
                    <a:lumMod val="50000"/>
                  </a:schemeClr>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defTabSz="786384">
              <a:spcBef>
                <a:spcPts val="1032"/>
              </a:spcBef>
              <a:spcAft>
                <a:spcPts val="172"/>
              </a:spcAft>
            </a:pPr>
            <a:r>
              <a:rPr lang="fr-FR" sz="1419" kern="1200">
                <a:solidFill>
                  <a:schemeClr val="tx2">
                    <a:lumMod val="60000"/>
                    <a:lumOff val="40000"/>
                  </a:schemeClr>
                </a:solidFill>
                <a:latin typeface="+mn-lt"/>
                <a:ea typeface="+mn-ea"/>
                <a:cs typeface="+mn-cs"/>
              </a:rPr>
              <a:t>Adaptabilité aux changements</a:t>
            </a:r>
            <a:endParaRPr lang="LID4096" dirty="0">
              <a:solidFill>
                <a:schemeClr val="tx2">
                  <a:lumMod val="60000"/>
                  <a:lumOff val="40000"/>
                </a:schemeClr>
              </a:solidFill>
            </a:endParaRPr>
          </a:p>
        </p:txBody>
      </p:sp>
      <p:sp>
        <p:nvSpPr>
          <p:cNvPr id="17" name="Text Placeholder 4">
            <a:extLst>
              <a:ext uri="{FF2B5EF4-FFF2-40B4-BE49-F238E27FC236}">
                <a16:creationId xmlns:a16="http://schemas.microsoft.com/office/drawing/2014/main" id="{C1C3E21C-69AB-FAC3-3FF9-81E30D85CE58}"/>
              </a:ext>
            </a:extLst>
          </p:cNvPr>
          <p:cNvSpPr txBox="1">
            <a:spLocks/>
          </p:cNvSpPr>
          <p:nvPr/>
        </p:nvSpPr>
        <p:spPr>
          <a:xfrm>
            <a:off x="2387180" y="3663418"/>
            <a:ext cx="2844955" cy="522175"/>
          </a:xfrm>
          <a:prstGeom prst="rect">
            <a:avLst/>
          </a:prstGeom>
        </p:spPr>
        <p:txBody>
          <a:bodyPr vert="horz" lIns="45720" tIns="45720" rIns="45720" bIns="45720" rtlCol="0" anchor="b">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1650" kern="1200">
                <a:solidFill>
                  <a:schemeClr val="bg1">
                    <a:lumMod val="50000"/>
                  </a:schemeClr>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defTabSz="786384">
              <a:spcBef>
                <a:spcPts val="1032"/>
              </a:spcBef>
              <a:spcAft>
                <a:spcPts val="172"/>
              </a:spcAft>
            </a:pPr>
            <a:r>
              <a:rPr lang="fr-FR" sz="1419" kern="1200">
                <a:solidFill>
                  <a:schemeClr val="tx2">
                    <a:lumMod val="60000"/>
                    <a:lumOff val="40000"/>
                  </a:schemeClr>
                </a:solidFill>
                <a:latin typeface="+mn-lt"/>
                <a:ea typeface="+mn-ea"/>
                <a:cs typeface="+mn-cs"/>
              </a:rPr>
              <a:t>Adaptabilité aux changements</a:t>
            </a:r>
            <a:endParaRPr lang="LID4096" dirty="0">
              <a:solidFill>
                <a:schemeClr val="tx2">
                  <a:lumMod val="60000"/>
                  <a:lumOff val="40000"/>
                </a:schemeClr>
              </a:solidFill>
            </a:endParaRPr>
          </a:p>
        </p:txBody>
      </p:sp>
      <p:sp>
        <p:nvSpPr>
          <p:cNvPr id="18" name="Text Placeholder 3">
            <a:extLst>
              <a:ext uri="{FF2B5EF4-FFF2-40B4-BE49-F238E27FC236}">
                <a16:creationId xmlns:a16="http://schemas.microsoft.com/office/drawing/2014/main" id="{AEA85D39-8FE8-786D-36CB-8031D9AD2819}"/>
              </a:ext>
            </a:extLst>
          </p:cNvPr>
          <p:cNvSpPr txBox="1">
            <a:spLocks/>
          </p:cNvSpPr>
          <p:nvPr/>
        </p:nvSpPr>
        <p:spPr>
          <a:xfrm>
            <a:off x="2284082" y="4239746"/>
            <a:ext cx="2844955" cy="740143"/>
          </a:xfrm>
          <a:prstGeom prst="rect">
            <a:avLst/>
          </a:prstGeom>
        </p:spPr>
        <p:txBody>
          <a:bodyPr vert="horz" lIns="45720" tIns="45720" rIns="4572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16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defTabSz="786384">
              <a:spcBef>
                <a:spcPts val="1032"/>
              </a:spcBef>
              <a:spcAft>
                <a:spcPts val="172"/>
              </a:spcAft>
            </a:pPr>
            <a:r>
              <a:rPr lang="fr-FR" sz="1376" kern="1200">
                <a:solidFill>
                  <a:schemeClr val="tx1"/>
                </a:solidFill>
                <a:latin typeface="+mn-lt"/>
                <a:ea typeface="+mn-ea"/>
                <a:cs typeface="+mn-cs"/>
              </a:rPr>
              <a:t>Capacité à s'adapter rapidement aux évolutions du marché, aux nouvelles tendances et aux besoins des clients.</a:t>
            </a:r>
            <a:endParaRPr lang="LID4096" dirty="0"/>
          </a:p>
        </p:txBody>
      </p:sp>
      <p:sp>
        <p:nvSpPr>
          <p:cNvPr id="19" name="Text Placeholder 3">
            <a:extLst>
              <a:ext uri="{FF2B5EF4-FFF2-40B4-BE49-F238E27FC236}">
                <a16:creationId xmlns:a16="http://schemas.microsoft.com/office/drawing/2014/main" id="{B35CA1B5-030C-19BA-0403-E9D316D6F0CD}"/>
              </a:ext>
            </a:extLst>
          </p:cNvPr>
          <p:cNvSpPr txBox="1">
            <a:spLocks/>
          </p:cNvSpPr>
          <p:nvPr/>
        </p:nvSpPr>
        <p:spPr>
          <a:xfrm>
            <a:off x="5792537" y="4273777"/>
            <a:ext cx="2844955" cy="740143"/>
          </a:xfrm>
          <a:prstGeom prst="rect">
            <a:avLst/>
          </a:prstGeom>
        </p:spPr>
        <p:txBody>
          <a:bodyPr vert="horz" lIns="45720" tIns="45720" rIns="4572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16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defTabSz="786384">
              <a:spcBef>
                <a:spcPts val="1032"/>
              </a:spcBef>
              <a:spcAft>
                <a:spcPts val="172"/>
              </a:spcAft>
            </a:pPr>
            <a:r>
              <a:rPr lang="fr-FR" sz="1376" kern="1200">
                <a:solidFill>
                  <a:schemeClr val="tx1"/>
                </a:solidFill>
                <a:latin typeface="+mn-lt"/>
                <a:ea typeface="+mn-ea"/>
                <a:cs typeface="+mn-cs"/>
              </a:rPr>
              <a:t>Expansion des activités, acquisition de nouveaux clients et renforcement de la position de Testa sur le marché.</a:t>
            </a:r>
            <a:endParaRPr lang="LID4096" dirty="0"/>
          </a:p>
        </p:txBody>
      </p:sp>
    </p:spTree>
    <p:extLst>
      <p:ext uri="{BB962C8B-B14F-4D97-AF65-F5344CB8AC3E}">
        <p14:creationId xmlns:p14="http://schemas.microsoft.com/office/powerpoint/2010/main" val="599794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40BA-AC44-064D-0F46-218F1DEE2EB3}"/>
              </a:ext>
            </a:extLst>
          </p:cNvPr>
          <p:cNvSpPr>
            <a:spLocks noGrp="1"/>
          </p:cNvSpPr>
          <p:nvPr>
            <p:ph type="title"/>
          </p:nvPr>
        </p:nvSpPr>
        <p:spPr>
          <a:xfrm>
            <a:off x="905105" y="719891"/>
            <a:ext cx="10581042" cy="2057400"/>
          </a:xfrm>
        </p:spPr>
        <p:txBody>
          <a:bodyPr/>
          <a:lstStyle/>
          <a:p>
            <a:r>
              <a:rPr lang="fr-FR" dirty="0">
                <a:latin typeface="Tw Cen MT Condensed (Headings)"/>
              </a:rPr>
              <a:t>Implémentation de la Transformation</a:t>
            </a:r>
            <a:endParaRPr lang="LID4096" dirty="0">
              <a:latin typeface="Tw Cen MT Condensed (Headings)"/>
            </a:endParaRPr>
          </a:p>
        </p:txBody>
      </p:sp>
      <p:sp>
        <p:nvSpPr>
          <p:cNvPr id="3" name="Slide Number Placeholder 2">
            <a:extLst>
              <a:ext uri="{FF2B5EF4-FFF2-40B4-BE49-F238E27FC236}">
                <a16:creationId xmlns:a16="http://schemas.microsoft.com/office/drawing/2014/main" id="{1CE14698-0AA9-A135-0FF6-998DD3F3DD33}"/>
              </a:ext>
            </a:extLst>
          </p:cNvPr>
          <p:cNvSpPr>
            <a:spLocks noGrp="1"/>
          </p:cNvSpPr>
          <p:nvPr>
            <p:ph type="sldNum" sz="quarter" idx="12"/>
          </p:nvPr>
        </p:nvSpPr>
        <p:spPr/>
        <p:txBody>
          <a:bodyPr/>
          <a:lstStyle/>
          <a:p>
            <a:fld id="{B4E73946-9152-2148-B286-BEF1B04A8193}" type="slidenum">
              <a:rPr lang="en-US" smtClean="0"/>
              <a:t>11</a:t>
            </a:fld>
            <a:endParaRPr lang="en-US"/>
          </a:p>
        </p:txBody>
      </p:sp>
      <p:sp>
        <p:nvSpPr>
          <p:cNvPr id="18" name="Text Placeholder 3">
            <a:extLst>
              <a:ext uri="{FF2B5EF4-FFF2-40B4-BE49-F238E27FC236}">
                <a16:creationId xmlns:a16="http://schemas.microsoft.com/office/drawing/2014/main" id="{AEA85D39-8FE8-786D-36CB-8031D9AD2819}"/>
              </a:ext>
            </a:extLst>
          </p:cNvPr>
          <p:cNvSpPr txBox="1">
            <a:spLocks/>
          </p:cNvSpPr>
          <p:nvPr/>
        </p:nvSpPr>
        <p:spPr>
          <a:xfrm>
            <a:off x="905105" y="1748591"/>
            <a:ext cx="4533169" cy="1845844"/>
          </a:xfrm>
          <a:prstGeom prst="rect">
            <a:avLst/>
          </a:prstGeom>
        </p:spPr>
        <p:txBody>
          <a:bodyPr vert="horz" lIns="45720" tIns="45720" rIns="4572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16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fr-FR" sz="1900" b="1" dirty="0"/>
              <a:t>Technologies spécifiques à utiliser:</a:t>
            </a:r>
          </a:p>
          <a:p>
            <a:pPr marL="342900" indent="-342900">
              <a:buFont typeface="Arial" panose="020B0604020202020204" pitchFamily="34" charset="0"/>
              <a:buChar char="•"/>
            </a:pPr>
            <a:r>
              <a:rPr lang="fr-FR" sz="1900" dirty="0"/>
              <a:t>Cloud </a:t>
            </a:r>
            <a:r>
              <a:rPr lang="fr-FR" sz="1900" dirty="0" err="1"/>
              <a:t>Computing</a:t>
            </a:r>
            <a:r>
              <a:rPr lang="fr-FR" sz="1900" dirty="0"/>
              <a:t> : Pour une infrastructure flexible et évolutive.</a:t>
            </a:r>
          </a:p>
          <a:p>
            <a:pPr marL="342900" indent="-342900">
              <a:buFont typeface="Arial" panose="020B0604020202020204" pitchFamily="34" charset="0"/>
              <a:buChar char="•"/>
            </a:pPr>
            <a:r>
              <a:rPr lang="fr-FR" sz="1900" dirty="0"/>
              <a:t>Internet des Objets (IoT) : Pour la collecte de données en temps réel.</a:t>
            </a:r>
          </a:p>
          <a:p>
            <a:pPr marL="342900" indent="-342900">
              <a:buFont typeface="Arial" panose="020B0604020202020204" pitchFamily="34" charset="0"/>
              <a:buChar char="•"/>
            </a:pPr>
            <a:r>
              <a:rPr lang="fr-FR" sz="1900" dirty="0"/>
              <a:t>Intelligence Artificielle (IA) : Pour l'automatisation et l'analyse avancée.</a:t>
            </a:r>
          </a:p>
          <a:p>
            <a:pPr marL="342900" indent="-342900">
              <a:buFont typeface="Arial" panose="020B0604020202020204" pitchFamily="34" charset="0"/>
              <a:buChar char="•"/>
            </a:pPr>
            <a:r>
              <a:rPr lang="fr-FR" sz="1900" dirty="0"/>
              <a:t>Analyse de Big Data : Pour extraire des insights pertinents.</a:t>
            </a:r>
          </a:p>
          <a:p>
            <a:pPr marL="342900" indent="-342900">
              <a:buFont typeface="Arial" panose="020B0604020202020204" pitchFamily="34" charset="0"/>
              <a:buChar char="•"/>
            </a:pPr>
            <a:r>
              <a:rPr lang="fr-FR" sz="1900" dirty="0"/>
              <a:t>Automatisation des Processus Robotiques (RPA) : Pour l'automatisation des tâches répétitives.</a:t>
            </a:r>
          </a:p>
        </p:txBody>
      </p:sp>
      <p:sp>
        <p:nvSpPr>
          <p:cNvPr id="26" name="Text Placeholder 3">
            <a:extLst>
              <a:ext uri="{FF2B5EF4-FFF2-40B4-BE49-F238E27FC236}">
                <a16:creationId xmlns:a16="http://schemas.microsoft.com/office/drawing/2014/main" id="{F6E3E49B-C116-1041-7266-652936B5FFFC}"/>
              </a:ext>
            </a:extLst>
          </p:cNvPr>
          <p:cNvSpPr txBox="1">
            <a:spLocks/>
          </p:cNvSpPr>
          <p:nvPr/>
        </p:nvSpPr>
        <p:spPr>
          <a:xfrm>
            <a:off x="6096000" y="2021307"/>
            <a:ext cx="4533169" cy="1845844"/>
          </a:xfrm>
          <a:prstGeom prst="rect">
            <a:avLst/>
          </a:prstGeom>
        </p:spPr>
        <p:txBody>
          <a:bodyPr vert="horz" lIns="45720" tIns="45720" rIns="4572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16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fr-FR" sz="1900" b="1" dirty="0"/>
              <a:t>Changements organisationnels nécessaires:</a:t>
            </a:r>
          </a:p>
          <a:p>
            <a:pPr marL="342900" indent="-342900">
              <a:buFont typeface="Arial" panose="020B0604020202020204" pitchFamily="34" charset="0"/>
              <a:buChar char="•"/>
            </a:pPr>
            <a:r>
              <a:rPr lang="fr-FR" sz="1900" dirty="0"/>
              <a:t>Formation et Sensibilisation : Pour préparer les équipes à l'adoption des nouvelles technologies.</a:t>
            </a:r>
          </a:p>
          <a:p>
            <a:pPr marL="342900" indent="-342900">
              <a:buFont typeface="Arial" panose="020B0604020202020204" pitchFamily="34" charset="0"/>
              <a:buChar char="•"/>
            </a:pPr>
            <a:r>
              <a:rPr lang="fr-FR" sz="1900" dirty="0"/>
              <a:t>Restructuration des Processus : Pour intégrer les solutions numériques dans les workflows existants.</a:t>
            </a:r>
          </a:p>
          <a:p>
            <a:pPr marL="342900" indent="-342900">
              <a:buFont typeface="Arial" panose="020B0604020202020204" pitchFamily="34" charset="0"/>
              <a:buChar char="•"/>
            </a:pPr>
            <a:r>
              <a:rPr lang="fr-FR" sz="1900" dirty="0"/>
              <a:t>Culture de l'Innovation : Pour encourager la créativité et l'expérimentation au sein de l'entreprise.</a:t>
            </a:r>
          </a:p>
        </p:txBody>
      </p:sp>
    </p:spTree>
    <p:extLst>
      <p:ext uri="{BB962C8B-B14F-4D97-AF65-F5344CB8AC3E}">
        <p14:creationId xmlns:p14="http://schemas.microsoft.com/office/powerpoint/2010/main" val="953090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04B40BA-AC44-064D-0F46-218F1DEE2EB3}"/>
              </a:ext>
            </a:extLst>
          </p:cNvPr>
          <p:cNvSpPr>
            <a:spLocks noGrp="1"/>
          </p:cNvSpPr>
          <p:nvPr>
            <p:ph type="title"/>
          </p:nvPr>
        </p:nvSpPr>
        <p:spPr>
          <a:xfrm>
            <a:off x="1024128" y="585216"/>
            <a:ext cx="9720072" cy="1499616"/>
          </a:xfrm>
        </p:spPr>
        <p:txBody>
          <a:bodyPr vert="horz" lIns="91440" tIns="45720" rIns="91440" bIns="45720" rtlCol="0" anchor="ctr">
            <a:normAutofit/>
          </a:bodyPr>
          <a:lstStyle/>
          <a:p>
            <a:r>
              <a:rPr lang="en-US" sz="5000" kern="1200" cap="all" spc="100" baseline="0" dirty="0">
                <a:solidFill>
                  <a:schemeClr val="tx1">
                    <a:lumMod val="95000"/>
                    <a:lumOff val="5000"/>
                  </a:schemeClr>
                </a:solidFill>
                <a:latin typeface="+mj-lt"/>
                <a:ea typeface="+mj-ea"/>
                <a:cs typeface="+mj-cs"/>
              </a:rPr>
              <a:t> Résultats Attendus</a:t>
            </a:r>
          </a:p>
        </p:txBody>
      </p:sp>
      <p:sp>
        <p:nvSpPr>
          <p:cNvPr id="3" name="Slide Number Placeholder 2">
            <a:extLst>
              <a:ext uri="{FF2B5EF4-FFF2-40B4-BE49-F238E27FC236}">
                <a16:creationId xmlns:a16="http://schemas.microsoft.com/office/drawing/2014/main" id="{1CE14698-0AA9-A135-0FF6-998DD3F3DD33}"/>
              </a:ext>
            </a:extLst>
          </p:cNvPr>
          <p:cNvSpPr>
            <a:spLocks/>
          </p:cNvSpPr>
          <p:nvPr/>
        </p:nvSpPr>
        <p:spPr>
          <a:xfrm>
            <a:off x="10734368" y="6416088"/>
            <a:ext cx="843617" cy="237680"/>
          </a:xfrm>
          <a:prstGeom prst="rect">
            <a:avLst/>
          </a:prstGeom>
        </p:spPr>
        <p:txBody>
          <a:bodyPr/>
          <a:lstStyle/>
          <a:p>
            <a:pPr defTabSz="786384">
              <a:spcAft>
                <a:spcPts val="600"/>
              </a:spcAft>
            </a:pPr>
            <a:fld id="{B4E73946-9152-2148-B286-BEF1B04A8193}" type="slidenum">
              <a:rPr lang="en-US" sz="1548" kern="1200">
                <a:solidFill>
                  <a:schemeClr val="tx1"/>
                </a:solidFill>
                <a:latin typeface="+mn-lt"/>
                <a:ea typeface="+mn-ea"/>
                <a:cs typeface="+mn-cs"/>
              </a:rPr>
              <a:pPr defTabSz="786384">
                <a:spcAft>
                  <a:spcPts val="600"/>
                </a:spcAft>
              </a:pPr>
              <a:t>12</a:t>
            </a:fld>
            <a:endParaRPr lang="en-US" dirty="0"/>
          </a:p>
        </p:txBody>
      </p:sp>
      <p:sp>
        <p:nvSpPr>
          <p:cNvPr id="4" name="Text Placeholder 3">
            <a:extLst>
              <a:ext uri="{FF2B5EF4-FFF2-40B4-BE49-F238E27FC236}">
                <a16:creationId xmlns:a16="http://schemas.microsoft.com/office/drawing/2014/main" id="{8E595CCF-6907-D3E1-01B2-7FD4D1B56BCC}"/>
              </a:ext>
            </a:extLst>
          </p:cNvPr>
          <p:cNvSpPr>
            <a:spLocks/>
          </p:cNvSpPr>
          <p:nvPr/>
        </p:nvSpPr>
        <p:spPr>
          <a:xfrm>
            <a:off x="1023938" y="3121896"/>
            <a:ext cx="2844955" cy="740143"/>
          </a:xfrm>
          <a:prstGeom prst="rect">
            <a:avLst/>
          </a:prstGeom>
        </p:spPr>
        <p:txBody>
          <a:bodyPr>
            <a:noAutofit/>
          </a:bodyPr>
          <a:lstStyle/>
          <a:p>
            <a:pPr defTabSz="786384">
              <a:spcAft>
                <a:spcPts val="600"/>
              </a:spcAft>
            </a:pPr>
            <a:r>
              <a:rPr lang="fr-FR" sz="1290" kern="1200">
                <a:solidFill>
                  <a:schemeClr val="tx1"/>
                </a:solidFill>
                <a:latin typeface="+mn-lt"/>
                <a:ea typeface="+mn-ea"/>
                <a:cs typeface="+mn-cs"/>
              </a:rPr>
              <a:t>Réduction des délais de traitement.</a:t>
            </a:r>
          </a:p>
          <a:p>
            <a:pPr defTabSz="786384">
              <a:spcAft>
                <a:spcPts val="600"/>
              </a:spcAft>
            </a:pPr>
            <a:r>
              <a:rPr lang="fr-FR" sz="1290" kern="1200">
                <a:solidFill>
                  <a:schemeClr val="tx1"/>
                </a:solidFill>
                <a:latin typeface="+mn-lt"/>
                <a:ea typeface="+mn-ea"/>
                <a:cs typeface="+mn-cs"/>
              </a:rPr>
              <a:t>Optimisation des flux de travail.</a:t>
            </a:r>
          </a:p>
          <a:p>
            <a:pPr defTabSz="786384">
              <a:spcAft>
                <a:spcPts val="600"/>
              </a:spcAft>
            </a:pPr>
            <a:r>
              <a:rPr lang="fr-FR" sz="1290" kern="1200">
                <a:solidFill>
                  <a:schemeClr val="tx1"/>
                </a:solidFill>
                <a:latin typeface="+mn-lt"/>
                <a:ea typeface="+mn-ea"/>
                <a:cs typeface="+mn-cs"/>
              </a:rPr>
              <a:t>Automatisation des tâches manuelles. des processus internes, réduction des coûts et augmentation de la productivité.</a:t>
            </a:r>
            <a:endParaRPr lang="LID4096" sz="1500"/>
          </a:p>
        </p:txBody>
      </p:sp>
      <p:sp>
        <p:nvSpPr>
          <p:cNvPr id="5" name="Text Placeholder 4">
            <a:extLst>
              <a:ext uri="{FF2B5EF4-FFF2-40B4-BE49-F238E27FC236}">
                <a16:creationId xmlns:a16="http://schemas.microsoft.com/office/drawing/2014/main" id="{7410B7D4-663A-CE29-E3AA-40A1AA2D7299}"/>
              </a:ext>
            </a:extLst>
          </p:cNvPr>
          <p:cNvSpPr>
            <a:spLocks/>
          </p:cNvSpPr>
          <p:nvPr/>
        </p:nvSpPr>
        <p:spPr>
          <a:xfrm>
            <a:off x="1274521" y="2599719"/>
            <a:ext cx="2844955" cy="522175"/>
          </a:xfrm>
          <a:prstGeom prst="rect">
            <a:avLst/>
          </a:prstGeom>
        </p:spPr>
        <p:txBody>
          <a:bodyPr/>
          <a:lstStyle/>
          <a:p>
            <a:pPr defTabSz="786384">
              <a:spcAft>
                <a:spcPts val="600"/>
              </a:spcAft>
            </a:pPr>
            <a:r>
              <a:rPr lang="fr-FR" sz="1548" kern="1200" dirty="0">
                <a:solidFill>
                  <a:schemeClr val="tx2">
                    <a:lumMod val="60000"/>
                    <a:lumOff val="40000"/>
                  </a:schemeClr>
                </a:solidFill>
                <a:latin typeface="+mn-lt"/>
                <a:ea typeface="+mn-ea"/>
                <a:cs typeface="+mn-cs"/>
              </a:rPr>
              <a:t>Amélioration des processus:</a:t>
            </a:r>
          </a:p>
          <a:p>
            <a:pPr>
              <a:spcAft>
                <a:spcPts val="600"/>
              </a:spcAft>
            </a:pPr>
            <a:endParaRPr lang="fr-FR" dirty="0">
              <a:solidFill>
                <a:schemeClr val="tx2">
                  <a:lumMod val="60000"/>
                  <a:lumOff val="40000"/>
                </a:schemeClr>
              </a:solidFill>
            </a:endParaRPr>
          </a:p>
        </p:txBody>
      </p:sp>
      <p:sp>
        <p:nvSpPr>
          <p:cNvPr id="6" name="Text Placeholder 5">
            <a:extLst>
              <a:ext uri="{FF2B5EF4-FFF2-40B4-BE49-F238E27FC236}">
                <a16:creationId xmlns:a16="http://schemas.microsoft.com/office/drawing/2014/main" id="{994CC69D-5167-B35C-353F-53B3A798F563}"/>
              </a:ext>
            </a:extLst>
          </p:cNvPr>
          <p:cNvSpPr>
            <a:spLocks/>
          </p:cNvSpPr>
          <p:nvPr/>
        </p:nvSpPr>
        <p:spPr>
          <a:xfrm>
            <a:off x="4370061" y="2599719"/>
            <a:ext cx="2844955" cy="522175"/>
          </a:xfrm>
          <a:prstGeom prst="rect">
            <a:avLst/>
          </a:prstGeom>
        </p:spPr>
        <p:txBody>
          <a:bodyPr/>
          <a:lstStyle/>
          <a:p>
            <a:pPr defTabSz="786384">
              <a:spcAft>
                <a:spcPts val="600"/>
              </a:spcAft>
            </a:pPr>
            <a:r>
              <a:rPr lang="fr-FR" sz="1548" kern="1200" dirty="0">
                <a:solidFill>
                  <a:schemeClr val="tx2">
                    <a:lumMod val="60000"/>
                    <a:lumOff val="40000"/>
                  </a:schemeClr>
                </a:solidFill>
                <a:latin typeface="+mn-lt"/>
                <a:ea typeface="+mn-ea"/>
                <a:cs typeface="+mn-cs"/>
              </a:rPr>
              <a:t>Croissance des revenus:</a:t>
            </a:r>
            <a:endParaRPr lang="LID4096" dirty="0">
              <a:solidFill>
                <a:schemeClr val="tx2">
                  <a:lumMod val="60000"/>
                  <a:lumOff val="40000"/>
                </a:schemeClr>
              </a:solidFill>
            </a:endParaRPr>
          </a:p>
        </p:txBody>
      </p:sp>
      <p:sp>
        <p:nvSpPr>
          <p:cNvPr id="7" name="Text Placeholder 6">
            <a:extLst>
              <a:ext uri="{FF2B5EF4-FFF2-40B4-BE49-F238E27FC236}">
                <a16:creationId xmlns:a16="http://schemas.microsoft.com/office/drawing/2014/main" id="{115C3ACE-BC57-F4BD-171E-C6E13AD42587}"/>
              </a:ext>
            </a:extLst>
          </p:cNvPr>
          <p:cNvSpPr>
            <a:spLocks/>
          </p:cNvSpPr>
          <p:nvPr/>
        </p:nvSpPr>
        <p:spPr>
          <a:xfrm>
            <a:off x="7716183" y="2599719"/>
            <a:ext cx="2844955" cy="522175"/>
          </a:xfrm>
          <a:prstGeom prst="rect">
            <a:avLst/>
          </a:prstGeom>
        </p:spPr>
        <p:txBody>
          <a:bodyPr/>
          <a:lstStyle/>
          <a:p>
            <a:pPr defTabSz="786384">
              <a:spcAft>
                <a:spcPts val="600"/>
              </a:spcAft>
            </a:pPr>
            <a:r>
              <a:rPr lang="fr-FR" sz="1548" kern="1200" dirty="0">
                <a:solidFill>
                  <a:schemeClr val="tx2">
                    <a:lumMod val="60000"/>
                    <a:lumOff val="40000"/>
                  </a:schemeClr>
                </a:solidFill>
                <a:latin typeface="+mn-lt"/>
                <a:ea typeface="+mn-ea"/>
                <a:cs typeface="+mn-cs"/>
              </a:rPr>
              <a:t>Meilleure expérience client:</a:t>
            </a:r>
            <a:endParaRPr lang="LID4096" dirty="0">
              <a:solidFill>
                <a:schemeClr val="tx2">
                  <a:lumMod val="60000"/>
                  <a:lumOff val="40000"/>
                </a:schemeClr>
              </a:solidFill>
            </a:endParaRPr>
          </a:p>
        </p:txBody>
      </p:sp>
      <p:sp>
        <p:nvSpPr>
          <p:cNvPr id="8" name="Text Placeholder 7">
            <a:extLst>
              <a:ext uri="{FF2B5EF4-FFF2-40B4-BE49-F238E27FC236}">
                <a16:creationId xmlns:a16="http://schemas.microsoft.com/office/drawing/2014/main" id="{5CA06010-05E6-35E7-4E34-5137826EEEFB}"/>
              </a:ext>
            </a:extLst>
          </p:cNvPr>
          <p:cNvSpPr>
            <a:spLocks/>
          </p:cNvSpPr>
          <p:nvPr/>
        </p:nvSpPr>
        <p:spPr>
          <a:xfrm>
            <a:off x="4370061" y="3121895"/>
            <a:ext cx="2844955" cy="865238"/>
          </a:xfrm>
          <a:prstGeom prst="rect">
            <a:avLst/>
          </a:prstGeom>
        </p:spPr>
        <p:txBody>
          <a:bodyPr>
            <a:normAutofit fontScale="92500" lnSpcReduction="10000"/>
          </a:bodyPr>
          <a:lstStyle/>
          <a:p>
            <a:pPr defTabSz="786384">
              <a:lnSpc>
                <a:spcPct val="90000"/>
              </a:lnSpc>
              <a:spcAft>
                <a:spcPts val="600"/>
              </a:spcAft>
            </a:pPr>
            <a:r>
              <a:rPr lang="fr-FR" sz="1700" kern="1200">
                <a:solidFill>
                  <a:schemeClr val="tx1"/>
                </a:solidFill>
                <a:latin typeface="+mn-lt"/>
                <a:ea typeface="+mn-ea"/>
                <a:cs typeface="+mn-cs"/>
              </a:rPr>
              <a:t>Expansion des activités.</a:t>
            </a:r>
          </a:p>
          <a:p>
            <a:pPr defTabSz="786384">
              <a:lnSpc>
                <a:spcPct val="90000"/>
              </a:lnSpc>
              <a:spcAft>
                <a:spcPts val="600"/>
              </a:spcAft>
            </a:pPr>
            <a:r>
              <a:rPr lang="fr-FR" sz="1700" kern="1200">
                <a:solidFill>
                  <a:schemeClr val="tx1"/>
                </a:solidFill>
                <a:latin typeface="+mn-lt"/>
                <a:ea typeface="+mn-ea"/>
                <a:cs typeface="+mn-cs"/>
              </a:rPr>
              <a:t>Acquisition de nouveaux clients.</a:t>
            </a:r>
          </a:p>
          <a:p>
            <a:pPr defTabSz="786384">
              <a:lnSpc>
                <a:spcPct val="90000"/>
              </a:lnSpc>
              <a:spcAft>
                <a:spcPts val="600"/>
              </a:spcAft>
            </a:pPr>
            <a:r>
              <a:rPr lang="fr-FR" sz="1700" kern="1200">
                <a:solidFill>
                  <a:schemeClr val="tx1"/>
                </a:solidFill>
                <a:latin typeface="+mn-lt"/>
                <a:ea typeface="+mn-ea"/>
                <a:cs typeface="+mn-cs"/>
              </a:rPr>
              <a:t>Augmentation de la rentabilité.</a:t>
            </a:r>
            <a:endParaRPr lang="LID4096" sz="1700"/>
          </a:p>
        </p:txBody>
      </p:sp>
      <p:sp>
        <p:nvSpPr>
          <p:cNvPr id="9" name="Text Placeholder 8">
            <a:extLst>
              <a:ext uri="{FF2B5EF4-FFF2-40B4-BE49-F238E27FC236}">
                <a16:creationId xmlns:a16="http://schemas.microsoft.com/office/drawing/2014/main" id="{0A6589BB-EDD5-3822-76B0-96E0C0307999}"/>
              </a:ext>
            </a:extLst>
          </p:cNvPr>
          <p:cNvSpPr>
            <a:spLocks/>
          </p:cNvSpPr>
          <p:nvPr/>
        </p:nvSpPr>
        <p:spPr>
          <a:xfrm>
            <a:off x="7716184" y="3121897"/>
            <a:ext cx="2844955" cy="1059829"/>
          </a:xfrm>
          <a:prstGeom prst="rect">
            <a:avLst/>
          </a:prstGeom>
        </p:spPr>
        <p:txBody>
          <a:bodyPr/>
          <a:lstStyle/>
          <a:p>
            <a:pPr defTabSz="786384">
              <a:spcAft>
                <a:spcPts val="600"/>
              </a:spcAft>
            </a:pPr>
            <a:r>
              <a:rPr lang="fr-FR" sz="1548" kern="1200">
                <a:solidFill>
                  <a:schemeClr val="tx1"/>
                </a:solidFill>
                <a:latin typeface="+mn-lt"/>
                <a:ea typeface="+mn-ea"/>
                <a:cs typeface="+mn-cs"/>
              </a:rPr>
              <a:t>Personnalisation des services.</a:t>
            </a:r>
          </a:p>
          <a:p>
            <a:pPr defTabSz="786384">
              <a:spcAft>
                <a:spcPts val="600"/>
              </a:spcAft>
            </a:pPr>
            <a:r>
              <a:rPr lang="fr-FR" sz="1548" kern="1200">
                <a:solidFill>
                  <a:schemeClr val="tx1"/>
                </a:solidFill>
                <a:latin typeface="+mn-lt"/>
                <a:ea typeface="+mn-ea"/>
                <a:cs typeface="+mn-cs"/>
              </a:rPr>
              <a:t>Réponse rapide aux demandes.</a:t>
            </a:r>
          </a:p>
          <a:p>
            <a:pPr defTabSz="786384">
              <a:spcAft>
                <a:spcPts val="600"/>
              </a:spcAft>
            </a:pPr>
            <a:r>
              <a:rPr lang="fr-FR" sz="1548" kern="1200">
                <a:solidFill>
                  <a:schemeClr val="tx1"/>
                </a:solidFill>
                <a:latin typeface="+mn-lt"/>
                <a:ea typeface="+mn-ea"/>
                <a:cs typeface="+mn-cs"/>
              </a:rPr>
              <a:t>Fidélisation accrue.</a:t>
            </a:r>
            <a:endParaRPr lang="LID4096"/>
          </a:p>
        </p:txBody>
      </p:sp>
    </p:spTree>
    <p:extLst>
      <p:ext uri="{BB962C8B-B14F-4D97-AF65-F5344CB8AC3E}">
        <p14:creationId xmlns:p14="http://schemas.microsoft.com/office/powerpoint/2010/main" val="1489857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9B0FFEC-634D-F35D-07C2-BE028658688A}"/>
              </a:ext>
            </a:extLst>
          </p:cNvPr>
          <p:cNvSpPr>
            <a:spLocks noGrp="1"/>
          </p:cNvSpPr>
          <p:nvPr>
            <p:ph type="title"/>
          </p:nvPr>
        </p:nvSpPr>
        <p:spPr>
          <a:xfrm>
            <a:off x="1024128" y="585216"/>
            <a:ext cx="9720072" cy="1499616"/>
          </a:xfrm>
        </p:spPr>
        <p:txBody>
          <a:bodyPr vert="horz" lIns="91440" tIns="45720" rIns="91440" bIns="45720" rtlCol="0" anchor="ctr">
            <a:normAutofit/>
          </a:bodyPr>
          <a:lstStyle/>
          <a:p>
            <a:r>
              <a:rPr lang="en-US" sz="5000" kern="1200" cap="all" spc="100" baseline="0" dirty="0">
                <a:solidFill>
                  <a:schemeClr val="tx1">
                    <a:lumMod val="95000"/>
                    <a:lumOff val="5000"/>
                  </a:schemeClr>
                </a:solidFill>
                <a:latin typeface="+mj-lt"/>
                <a:ea typeface="+mj-ea"/>
                <a:cs typeface="+mj-cs"/>
              </a:rPr>
              <a:t>Conclusion</a:t>
            </a:r>
          </a:p>
        </p:txBody>
      </p:sp>
      <p:sp>
        <p:nvSpPr>
          <p:cNvPr id="3" name="Slide Number Placeholder 2">
            <a:extLst>
              <a:ext uri="{FF2B5EF4-FFF2-40B4-BE49-F238E27FC236}">
                <a16:creationId xmlns:a16="http://schemas.microsoft.com/office/drawing/2014/main" id="{8AE30BC4-558A-AF37-5422-023325FF3FB5}"/>
              </a:ext>
            </a:extLst>
          </p:cNvPr>
          <p:cNvSpPr>
            <a:spLocks/>
          </p:cNvSpPr>
          <p:nvPr/>
        </p:nvSpPr>
        <p:spPr>
          <a:xfrm>
            <a:off x="10744200" y="6455503"/>
            <a:ext cx="700475" cy="197351"/>
          </a:xfrm>
          <a:prstGeom prst="rect">
            <a:avLst/>
          </a:prstGeom>
        </p:spPr>
        <p:txBody>
          <a:bodyPr/>
          <a:lstStyle/>
          <a:p>
            <a:pPr defTabSz="649224">
              <a:spcAft>
                <a:spcPts val="600"/>
              </a:spcAft>
            </a:pPr>
            <a:fld id="{B4E73946-9152-2148-B286-BEF1B04A8193}" type="slidenum">
              <a:rPr lang="en-US" sz="1278" kern="1200" smtClean="0">
                <a:solidFill>
                  <a:schemeClr val="tx1"/>
                </a:solidFill>
                <a:latin typeface="+mn-lt"/>
                <a:ea typeface="+mn-ea"/>
                <a:cs typeface="+mn-cs"/>
              </a:rPr>
              <a:pPr defTabSz="649224">
                <a:spcAft>
                  <a:spcPts val="600"/>
                </a:spcAft>
              </a:pPr>
              <a:t>13</a:t>
            </a:fld>
            <a:endParaRPr lang="en-US"/>
          </a:p>
        </p:txBody>
      </p:sp>
      <p:sp>
        <p:nvSpPr>
          <p:cNvPr id="4" name="Text Placeholder 3">
            <a:extLst>
              <a:ext uri="{FF2B5EF4-FFF2-40B4-BE49-F238E27FC236}">
                <a16:creationId xmlns:a16="http://schemas.microsoft.com/office/drawing/2014/main" id="{116299CF-04A3-9089-2BD0-082A45A0B878}"/>
              </a:ext>
            </a:extLst>
          </p:cNvPr>
          <p:cNvSpPr>
            <a:spLocks/>
          </p:cNvSpPr>
          <p:nvPr/>
        </p:nvSpPr>
        <p:spPr>
          <a:xfrm>
            <a:off x="1179993" y="2572803"/>
            <a:ext cx="3700334" cy="1712393"/>
          </a:xfrm>
          <a:prstGeom prst="rect">
            <a:avLst/>
          </a:prstGeom>
        </p:spPr>
        <p:txBody>
          <a:bodyPr/>
          <a:lstStyle/>
          <a:p>
            <a:pPr defTabSz="649224">
              <a:spcAft>
                <a:spcPts val="600"/>
              </a:spcAft>
            </a:pPr>
            <a:r>
              <a:rPr lang="fr-FR" sz="1278" kern="1200" dirty="0">
                <a:solidFill>
                  <a:schemeClr val="tx1"/>
                </a:solidFill>
                <a:latin typeface="+mn-lt"/>
                <a:ea typeface="+mn-ea"/>
                <a:cs typeface="+mn-cs"/>
              </a:rPr>
              <a:t>La digitalisation a transformé l'industrie automobile, positionnant Tesla comme un leader de l'innovation. Ses perspectives incluent une expansion mondiale, une amélioration continue des services et une évolution vers une mobilité durable.</a:t>
            </a:r>
            <a:endParaRPr lang="LID4096" dirty="0"/>
          </a:p>
        </p:txBody>
      </p:sp>
      <p:pic>
        <p:nvPicPr>
          <p:cNvPr id="7" name="Picture Placeholder 6">
            <a:extLst>
              <a:ext uri="{FF2B5EF4-FFF2-40B4-BE49-F238E27FC236}">
                <a16:creationId xmlns:a16="http://schemas.microsoft.com/office/drawing/2014/main" id="{64A45823-B2BA-A2BD-548B-97D991F16EBE}"/>
              </a:ext>
            </a:extLst>
          </p:cNvPr>
          <p:cNvPicPr>
            <a:picLocks noChangeAspect="1"/>
          </p:cNvPicPr>
          <p:nvPr/>
        </p:nvPicPr>
        <p:blipFill>
          <a:blip r:embed="rId2"/>
          <a:srcRect l="8270" r="8270"/>
          <a:stretch>
            <a:fillRect/>
          </a:stretch>
        </p:blipFill>
        <p:spPr>
          <a:xfrm>
            <a:off x="6427502" y="1401391"/>
            <a:ext cx="4049810" cy="3236854"/>
          </a:xfrm>
          <a:prstGeom prst="rect">
            <a:avLst/>
          </a:prstGeom>
        </p:spPr>
      </p:pic>
    </p:spTree>
    <p:extLst>
      <p:ext uri="{BB962C8B-B14F-4D97-AF65-F5344CB8AC3E}">
        <p14:creationId xmlns:p14="http://schemas.microsoft.com/office/powerpoint/2010/main" val="735448874"/>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idnigh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1FB9F5-D902-4A2E-8ED5-0E1CCB81E7DD}">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663</TotalTime>
  <Words>989</Words>
  <Application>Microsoft Office PowerPoint</Application>
  <PresentationFormat>Widescreen</PresentationFormat>
  <Paragraphs>106</Paragraphs>
  <Slides>13</Slides>
  <Notes>1</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13</vt:i4>
      </vt:variant>
    </vt:vector>
  </HeadingPairs>
  <TitlesOfParts>
    <vt:vector size="27" baseType="lpstr">
      <vt:lpstr>Aptos</vt:lpstr>
      <vt:lpstr>Aptos Display</vt:lpstr>
      <vt:lpstr>Arial</vt:lpstr>
      <vt:lpstr>Calibri</vt:lpstr>
      <vt:lpstr>Calibri Light</vt:lpstr>
      <vt:lpstr>Noto sans</vt:lpstr>
      <vt:lpstr>Tw Cen MT</vt:lpstr>
      <vt:lpstr>Tw Cen MT (Body)</vt:lpstr>
      <vt:lpstr>Tw Cen MT Condensed</vt:lpstr>
      <vt:lpstr>Tw Cen MT Condensed (Headings)</vt:lpstr>
      <vt:lpstr>Wingdings 3</vt:lpstr>
      <vt:lpstr>Office Theme</vt:lpstr>
      <vt:lpstr>Midnight</vt:lpstr>
      <vt:lpstr>Integral</vt:lpstr>
      <vt:lpstr>Transformation digitale du Testa Créer de la Valeur à travers l'Innovation Technologique</vt:lpstr>
      <vt:lpstr>plan</vt:lpstr>
      <vt:lpstr>Introduction</vt:lpstr>
      <vt:lpstr>Objectifs de la transformation digitale: </vt:lpstr>
      <vt:lpstr>Facteurs Clés </vt:lpstr>
      <vt:lpstr>PowerPoint Presentation</vt:lpstr>
      <vt:lpstr>Moteurs Commerciaux</vt:lpstr>
      <vt:lpstr>PowerPoint Presentation</vt:lpstr>
      <vt:lpstr>Plan de Transformation</vt:lpstr>
      <vt:lpstr>Avantages attendus </vt:lpstr>
      <vt:lpstr>Implémentation de la Transformation</vt:lpstr>
      <vt:lpstr> Résultats Attendus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Transformation digitale du Testa Créer de la Valeur à travers l'Innovation Technologique</dc:title>
  <dc:creator>ghadahamoudi</dc:creator>
  <cp:lastModifiedBy>ghadahamoudi</cp:lastModifiedBy>
  <cp:revision>3</cp:revision>
  <dcterms:created xsi:type="dcterms:W3CDTF">2024-05-16T19:36:01Z</dcterms:created>
  <dcterms:modified xsi:type="dcterms:W3CDTF">2024-05-17T06:41:56Z</dcterms:modified>
</cp:coreProperties>
</file>